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3"/>
  </p:notesMasterIdLst>
  <p:sldIdLst>
    <p:sldId id="266" r:id="rId5"/>
    <p:sldId id="267" r:id="rId6"/>
    <p:sldId id="268" r:id="rId7"/>
    <p:sldId id="269" r:id="rId8"/>
    <p:sldId id="270" r:id="rId9"/>
    <p:sldId id="271" r:id="rId10"/>
    <p:sldId id="272" r:id="rId11"/>
    <p:sldId id="27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DE3"/>
    <a:srgbClr val="33CC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912" y="67"/>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ni Agnihotri" userId="611b8d7d310d942b" providerId="LiveId" clId="{FA10979A-E49D-43B8-99A7-6EF0DBFAB00D}"/>
    <pc:docChg chg="undo custSel addSld delSld modSld modMainMaster">
      <pc:chgData name="Shivani Agnihotri" userId="611b8d7d310d942b" providerId="LiveId" clId="{FA10979A-E49D-43B8-99A7-6EF0DBFAB00D}" dt="2024-03-09T17:44:44.750" v="1620" actId="207"/>
      <pc:docMkLst>
        <pc:docMk/>
      </pc:docMkLst>
      <pc:sldChg chg="addSp delSp modSp mod modTransition">
        <pc:chgData name="Shivani Agnihotri" userId="611b8d7d310d942b" providerId="LiveId" clId="{FA10979A-E49D-43B8-99A7-6EF0DBFAB00D}" dt="2024-03-09T17:24:38.790" v="1446" actId="478"/>
        <pc:sldMkLst>
          <pc:docMk/>
          <pc:sldMk cId="745576192" sldId="266"/>
        </pc:sldMkLst>
        <pc:picChg chg="add del mod">
          <ac:chgData name="Shivani Agnihotri" userId="611b8d7d310d942b" providerId="LiveId" clId="{FA10979A-E49D-43B8-99A7-6EF0DBFAB00D}" dt="2024-03-09T17:24:38.790" v="1446" actId="478"/>
          <ac:picMkLst>
            <pc:docMk/>
            <pc:sldMk cId="745576192" sldId="266"/>
            <ac:picMk id="5" creationId="{A7E1407E-E75D-90F2-A7A5-2A7B82201EB6}"/>
          </ac:picMkLst>
        </pc:picChg>
        <pc:picChg chg="mod">
          <ac:chgData name="Shivani Agnihotri" userId="611b8d7d310d942b" providerId="LiveId" clId="{FA10979A-E49D-43B8-99A7-6EF0DBFAB00D}" dt="2024-03-09T17:24:34.995" v="1445" actId="1076"/>
          <ac:picMkLst>
            <pc:docMk/>
            <pc:sldMk cId="745576192" sldId="266"/>
            <ac:picMk id="23" creationId="{B38A25AE-7B44-4EC1-BC0C-CF0FFF036705}"/>
          </ac:picMkLst>
        </pc:picChg>
      </pc:sldChg>
      <pc:sldChg chg="addSp delSp modSp mod modTransition">
        <pc:chgData name="Shivani Agnihotri" userId="611b8d7d310d942b" providerId="LiveId" clId="{FA10979A-E49D-43B8-99A7-6EF0DBFAB00D}" dt="2024-03-09T17:29:14.358" v="1484" actId="1076"/>
        <pc:sldMkLst>
          <pc:docMk/>
          <pc:sldMk cId="277731534" sldId="267"/>
        </pc:sldMkLst>
        <pc:spChg chg="mod">
          <ac:chgData name="Shivani Agnihotri" userId="611b8d7d310d942b" providerId="LiveId" clId="{FA10979A-E49D-43B8-99A7-6EF0DBFAB00D}" dt="2024-03-09T17:29:02.342" v="1482" actId="14861"/>
          <ac:spMkLst>
            <pc:docMk/>
            <pc:sldMk cId="277731534" sldId="267"/>
            <ac:spMk id="2" creationId="{62652DFD-BB10-B739-D16E-771624274725}"/>
          </ac:spMkLst>
        </pc:spChg>
        <pc:spChg chg="mod">
          <ac:chgData name="Shivani Agnihotri" userId="611b8d7d310d942b" providerId="LiveId" clId="{FA10979A-E49D-43B8-99A7-6EF0DBFAB00D}" dt="2024-03-09T17:01:28.668" v="1286" actId="20577"/>
          <ac:spMkLst>
            <pc:docMk/>
            <pc:sldMk cId="277731534" sldId="267"/>
            <ac:spMk id="3" creationId="{EDD444E2-628B-061F-CFEB-C4745B99F607}"/>
          </ac:spMkLst>
        </pc:spChg>
        <pc:spChg chg="add del mod">
          <ac:chgData name="Shivani Agnihotri" userId="611b8d7d310d942b" providerId="LiveId" clId="{FA10979A-E49D-43B8-99A7-6EF0DBFAB00D}" dt="2024-03-09T17:27:23.580" v="1472" actId="22"/>
          <ac:spMkLst>
            <pc:docMk/>
            <pc:sldMk cId="277731534" sldId="267"/>
            <ac:spMk id="12" creationId="{A63B854A-24FD-9727-9BB0-F7628870CEB0}"/>
          </ac:spMkLst>
        </pc:spChg>
        <pc:picChg chg="add mod">
          <ac:chgData name="Shivani Agnihotri" userId="611b8d7d310d942b" providerId="LiveId" clId="{FA10979A-E49D-43B8-99A7-6EF0DBFAB00D}" dt="2024-03-09T17:29:07.419" v="1483" actId="1076"/>
          <ac:picMkLst>
            <pc:docMk/>
            <pc:sldMk cId="277731534" sldId="267"/>
            <ac:picMk id="10" creationId="{3284D290-0BE9-6F93-9D3C-5E904920DA43}"/>
          </ac:picMkLst>
        </pc:picChg>
        <pc:picChg chg="add mod">
          <ac:chgData name="Shivani Agnihotri" userId="611b8d7d310d942b" providerId="LiveId" clId="{FA10979A-E49D-43B8-99A7-6EF0DBFAB00D}" dt="2024-03-09T17:29:14.358" v="1484" actId="1076"/>
          <ac:picMkLst>
            <pc:docMk/>
            <pc:sldMk cId="277731534" sldId="267"/>
            <ac:picMk id="13" creationId="{CDD6B0E4-9C6C-198A-5837-60B6071B7D2F}"/>
          </ac:picMkLst>
        </pc:picChg>
      </pc:sldChg>
      <pc:sldChg chg="addSp modSp mod modTransition">
        <pc:chgData name="Shivani Agnihotri" userId="611b8d7d310d942b" providerId="LiveId" clId="{FA10979A-E49D-43B8-99A7-6EF0DBFAB00D}" dt="2024-03-09T17:34:29.569" v="1513" actId="1076"/>
        <pc:sldMkLst>
          <pc:docMk/>
          <pc:sldMk cId="570303000" sldId="268"/>
        </pc:sldMkLst>
        <pc:spChg chg="mod">
          <ac:chgData name="Shivani Agnihotri" userId="611b8d7d310d942b" providerId="LiveId" clId="{FA10979A-E49D-43B8-99A7-6EF0DBFAB00D}" dt="2024-03-08T15:04:46.494" v="44" actId="1076"/>
          <ac:spMkLst>
            <pc:docMk/>
            <pc:sldMk cId="570303000" sldId="268"/>
            <ac:spMk id="4" creationId="{6A1A53FA-EF1F-5A22-46F2-B9621050FC66}"/>
          </ac:spMkLst>
        </pc:spChg>
        <pc:spChg chg="mod ord">
          <ac:chgData name="Shivani Agnihotri" userId="611b8d7d310d942b" providerId="LiveId" clId="{FA10979A-E49D-43B8-99A7-6EF0DBFAB00D}" dt="2024-03-08T15:40:34.582" v="330" actId="14100"/>
          <ac:spMkLst>
            <pc:docMk/>
            <pc:sldMk cId="570303000" sldId="268"/>
            <ac:spMk id="5" creationId="{90E305DC-BE50-1EB3-6531-7EF29BBE51D5}"/>
          </ac:spMkLst>
        </pc:spChg>
        <pc:spChg chg="add mod ord">
          <ac:chgData name="Shivani Agnihotri" userId="611b8d7d310d942b" providerId="LiveId" clId="{FA10979A-E49D-43B8-99A7-6EF0DBFAB00D}" dt="2024-03-08T15:00:11.958" v="28" actId="167"/>
          <ac:spMkLst>
            <pc:docMk/>
            <pc:sldMk cId="570303000" sldId="268"/>
            <ac:spMk id="6" creationId="{83F70E29-944B-D372-E17A-1F681DCA145C}"/>
          </ac:spMkLst>
        </pc:spChg>
        <pc:spChg chg="mod">
          <ac:chgData name="Shivani Agnihotri" userId="611b8d7d310d942b" providerId="LiveId" clId="{FA10979A-E49D-43B8-99A7-6EF0DBFAB00D}" dt="2024-03-08T15:38:38.953" v="327" actId="207"/>
          <ac:spMkLst>
            <pc:docMk/>
            <pc:sldMk cId="570303000" sldId="268"/>
            <ac:spMk id="7" creationId="{A1DBCD41-6372-8704-2858-26A1C82E3F1A}"/>
          </ac:spMkLst>
        </pc:spChg>
        <pc:spChg chg="add mod">
          <ac:chgData name="Shivani Agnihotri" userId="611b8d7d310d942b" providerId="LiveId" clId="{FA10979A-E49D-43B8-99A7-6EF0DBFAB00D}" dt="2024-03-08T15:42:44.374" v="356" actId="255"/>
          <ac:spMkLst>
            <pc:docMk/>
            <pc:sldMk cId="570303000" sldId="268"/>
            <ac:spMk id="8" creationId="{C26216FF-91FA-1614-3F20-A0D81F8CDFEC}"/>
          </ac:spMkLst>
        </pc:spChg>
        <pc:picChg chg="add mod">
          <ac:chgData name="Shivani Agnihotri" userId="611b8d7d310d942b" providerId="LiveId" clId="{FA10979A-E49D-43B8-99A7-6EF0DBFAB00D}" dt="2024-03-09T17:32:09.906" v="1503" actId="1076"/>
          <ac:picMkLst>
            <pc:docMk/>
            <pc:sldMk cId="570303000" sldId="268"/>
            <ac:picMk id="10" creationId="{77847B39-A444-06CD-7052-95AEA6FF385F}"/>
          </ac:picMkLst>
        </pc:picChg>
        <pc:picChg chg="add mod">
          <ac:chgData name="Shivani Agnihotri" userId="611b8d7d310d942b" providerId="LiveId" clId="{FA10979A-E49D-43B8-99A7-6EF0DBFAB00D}" dt="2024-03-09T17:32:31.475" v="1506" actId="208"/>
          <ac:picMkLst>
            <pc:docMk/>
            <pc:sldMk cId="570303000" sldId="268"/>
            <ac:picMk id="11" creationId="{A5B4419D-4892-0856-5F9D-20FDF44189BC}"/>
          </ac:picMkLst>
        </pc:picChg>
        <pc:picChg chg="add mod">
          <ac:chgData name="Shivani Agnihotri" userId="611b8d7d310d942b" providerId="LiveId" clId="{FA10979A-E49D-43B8-99A7-6EF0DBFAB00D}" dt="2024-03-09T17:34:20.376" v="1511" actId="1076"/>
          <ac:picMkLst>
            <pc:docMk/>
            <pc:sldMk cId="570303000" sldId="268"/>
            <ac:picMk id="13" creationId="{F4324AD1-3A93-818E-ACFA-42456B1FF994}"/>
          </ac:picMkLst>
        </pc:picChg>
        <pc:picChg chg="add mod">
          <ac:chgData name="Shivani Agnihotri" userId="611b8d7d310d942b" providerId="LiveId" clId="{FA10979A-E49D-43B8-99A7-6EF0DBFAB00D}" dt="2024-03-09T17:34:29.569" v="1513" actId="1076"/>
          <ac:picMkLst>
            <pc:docMk/>
            <pc:sldMk cId="570303000" sldId="268"/>
            <ac:picMk id="14" creationId="{D17A7284-9FC4-C7F3-CA22-92355C8F3B4C}"/>
          </ac:picMkLst>
        </pc:picChg>
      </pc:sldChg>
      <pc:sldChg chg="new del">
        <pc:chgData name="Shivani Agnihotri" userId="611b8d7d310d942b" providerId="LiveId" clId="{FA10979A-E49D-43B8-99A7-6EF0DBFAB00D}" dt="2024-03-08T15:05:53.051" v="45" actId="47"/>
        <pc:sldMkLst>
          <pc:docMk/>
          <pc:sldMk cId="374263036" sldId="269"/>
        </pc:sldMkLst>
      </pc:sldChg>
      <pc:sldChg chg="new del">
        <pc:chgData name="Shivani Agnihotri" userId="611b8d7d310d942b" providerId="LiveId" clId="{FA10979A-E49D-43B8-99A7-6EF0DBFAB00D}" dt="2024-03-08T15:06:28.277" v="47" actId="47"/>
        <pc:sldMkLst>
          <pc:docMk/>
          <pc:sldMk cId="1482391053" sldId="269"/>
        </pc:sldMkLst>
      </pc:sldChg>
      <pc:sldChg chg="addSp delSp modSp new mod modTransition">
        <pc:chgData name="Shivani Agnihotri" userId="611b8d7d310d942b" providerId="LiveId" clId="{FA10979A-E49D-43B8-99A7-6EF0DBFAB00D}" dt="2024-03-09T17:37:27.750" v="1526" actId="1076"/>
        <pc:sldMkLst>
          <pc:docMk/>
          <pc:sldMk cId="4099101627" sldId="269"/>
        </pc:sldMkLst>
        <pc:spChg chg="del mod">
          <ac:chgData name="Shivani Agnihotri" userId="611b8d7d310d942b" providerId="LiveId" clId="{FA10979A-E49D-43B8-99A7-6EF0DBFAB00D}" dt="2024-03-08T15:34:23.275" v="296" actId="478"/>
          <ac:spMkLst>
            <pc:docMk/>
            <pc:sldMk cId="4099101627" sldId="269"/>
            <ac:spMk id="2" creationId="{CDBD5A52-393D-5454-488E-45063923C3C5}"/>
          </ac:spMkLst>
        </pc:spChg>
        <pc:spChg chg="add mod">
          <ac:chgData name="Shivani Agnihotri" userId="611b8d7d310d942b" providerId="LiveId" clId="{FA10979A-E49D-43B8-99A7-6EF0DBFAB00D}" dt="2024-03-08T16:06:11.015" v="716" actId="207"/>
          <ac:spMkLst>
            <pc:docMk/>
            <pc:sldMk cId="4099101627" sldId="269"/>
            <ac:spMk id="3" creationId="{CD4A5EFA-2656-BEB7-ACC4-0C83657928D0}"/>
          </ac:spMkLst>
        </pc:spChg>
        <pc:spChg chg="add mod">
          <ac:chgData name="Shivani Agnihotri" userId="611b8d7d310d942b" providerId="LiveId" clId="{FA10979A-E49D-43B8-99A7-6EF0DBFAB00D}" dt="2024-03-08T16:25:13.913" v="785" actId="20577"/>
          <ac:spMkLst>
            <pc:docMk/>
            <pc:sldMk cId="4099101627" sldId="269"/>
            <ac:spMk id="4" creationId="{FFA705EB-2E2F-1788-85EA-D50170A53FAD}"/>
          </ac:spMkLst>
        </pc:spChg>
        <pc:spChg chg="add mod">
          <ac:chgData name="Shivani Agnihotri" userId="611b8d7d310d942b" providerId="LiveId" clId="{FA10979A-E49D-43B8-99A7-6EF0DBFAB00D}" dt="2024-03-08T16:06:29.978" v="720" actId="207"/>
          <ac:spMkLst>
            <pc:docMk/>
            <pc:sldMk cId="4099101627" sldId="269"/>
            <ac:spMk id="5" creationId="{0F792C9E-A342-2D35-88A7-80699937362C}"/>
          </ac:spMkLst>
        </pc:spChg>
        <pc:spChg chg="add mod">
          <ac:chgData name="Shivani Agnihotri" userId="611b8d7d310d942b" providerId="LiveId" clId="{FA10979A-E49D-43B8-99A7-6EF0DBFAB00D}" dt="2024-03-09T17:04:23.340" v="1310" actId="207"/>
          <ac:spMkLst>
            <pc:docMk/>
            <pc:sldMk cId="4099101627" sldId="269"/>
            <ac:spMk id="7" creationId="{1A824ADE-05FB-6AE6-00EA-0DCC1FE5C7A8}"/>
          </ac:spMkLst>
        </pc:spChg>
        <pc:spChg chg="add mod ord">
          <ac:chgData name="Shivani Agnihotri" userId="611b8d7d310d942b" providerId="LiveId" clId="{FA10979A-E49D-43B8-99A7-6EF0DBFAB00D}" dt="2024-03-08T16:07:40.224" v="725" actId="207"/>
          <ac:spMkLst>
            <pc:docMk/>
            <pc:sldMk cId="4099101627" sldId="269"/>
            <ac:spMk id="8" creationId="{739AE57F-0D22-51FA-C933-25C516793DA4}"/>
          </ac:spMkLst>
        </pc:spChg>
        <pc:spChg chg="add mod ord">
          <ac:chgData name="Shivani Agnihotri" userId="611b8d7d310d942b" providerId="LiveId" clId="{FA10979A-E49D-43B8-99A7-6EF0DBFAB00D}" dt="2024-03-08T16:08:31.972" v="731" actId="13822"/>
          <ac:spMkLst>
            <pc:docMk/>
            <pc:sldMk cId="4099101627" sldId="269"/>
            <ac:spMk id="9" creationId="{C7CCDDE3-9BF7-0DE3-E233-62EF6E88C3A4}"/>
          </ac:spMkLst>
        </pc:spChg>
        <pc:spChg chg="add mod">
          <ac:chgData name="Shivani Agnihotri" userId="611b8d7d310d942b" providerId="LiveId" clId="{FA10979A-E49D-43B8-99A7-6EF0DBFAB00D}" dt="2024-03-08T16:20:44.891" v="743" actId="208"/>
          <ac:spMkLst>
            <pc:docMk/>
            <pc:sldMk cId="4099101627" sldId="269"/>
            <ac:spMk id="10" creationId="{E35E112A-D9E4-0F77-65F9-719ACAE8718E}"/>
          </ac:spMkLst>
        </pc:spChg>
        <pc:spChg chg="add mod ord">
          <ac:chgData name="Shivani Agnihotri" userId="611b8d7d310d942b" providerId="LiveId" clId="{FA10979A-E49D-43B8-99A7-6EF0DBFAB00D}" dt="2024-03-08T16:25:25.308" v="786" actId="1076"/>
          <ac:spMkLst>
            <pc:docMk/>
            <pc:sldMk cId="4099101627" sldId="269"/>
            <ac:spMk id="11" creationId="{6B868513-78C7-BEC6-CF26-3DA4C16B1432}"/>
          </ac:spMkLst>
        </pc:spChg>
        <pc:spChg chg="add mod">
          <ac:chgData name="Shivani Agnihotri" userId="611b8d7d310d942b" providerId="LiveId" clId="{FA10979A-E49D-43B8-99A7-6EF0DBFAB00D}" dt="2024-03-08T16:27:17.334" v="800" actId="403"/>
          <ac:spMkLst>
            <pc:docMk/>
            <pc:sldMk cId="4099101627" sldId="269"/>
            <ac:spMk id="12" creationId="{81E687B7-82EC-9DEC-70B5-5A196EC884DF}"/>
          </ac:spMkLst>
        </pc:spChg>
        <pc:picChg chg="add mod">
          <ac:chgData name="Shivani Agnihotri" userId="611b8d7d310d942b" providerId="LiveId" clId="{FA10979A-E49D-43B8-99A7-6EF0DBFAB00D}" dt="2024-03-09T17:36:59.137" v="1524" actId="14100"/>
          <ac:picMkLst>
            <pc:docMk/>
            <pc:sldMk cId="4099101627" sldId="269"/>
            <ac:picMk id="6" creationId="{69C46414-BA9E-D384-4016-87A60D4B86E9}"/>
          </ac:picMkLst>
        </pc:picChg>
        <pc:picChg chg="add mod">
          <ac:chgData name="Shivani Agnihotri" userId="611b8d7d310d942b" providerId="LiveId" clId="{FA10979A-E49D-43B8-99A7-6EF0DBFAB00D}" dt="2024-03-09T17:37:27.750" v="1526" actId="1076"/>
          <ac:picMkLst>
            <pc:docMk/>
            <pc:sldMk cId="4099101627" sldId="269"/>
            <ac:picMk id="13" creationId="{58131E49-1B43-8D6E-0288-1889E285DDB2}"/>
          </ac:picMkLst>
        </pc:picChg>
      </pc:sldChg>
      <pc:sldChg chg="addSp modSp new mod modTransition">
        <pc:chgData name="Shivani Agnihotri" userId="611b8d7d310d942b" providerId="LiveId" clId="{FA10979A-E49D-43B8-99A7-6EF0DBFAB00D}" dt="2024-03-09T17:39:23.857" v="1537" actId="14100"/>
        <pc:sldMkLst>
          <pc:docMk/>
          <pc:sldMk cId="2199460670" sldId="270"/>
        </pc:sldMkLst>
        <pc:spChg chg="mod">
          <ac:chgData name="Shivani Agnihotri" userId="611b8d7d310d942b" providerId="LiveId" clId="{FA10979A-E49D-43B8-99A7-6EF0DBFAB00D}" dt="2024-03-09T17:08:40.081" v="1326" actId="207"/>
          <ac:spMkLst>
            <pc:docMk/>
            <pc:sldMk cId="2199460670" sldId="270"/>
            <ac:spMk id="2" creationId="{F4359716-860E-382C-E6EB-335C8C43EB1F}"/>
          </ac:spMkLst>
        </pc:spChg>
        <pc:spChg chg="mod">
          <ac:chgData name="Shivani Agnihotri" userId="611b8d7d310d942b" providerId="LiveId" clId="{FA10979A-E49D-43B8-99A7-6EF0DBFAB00D}" dt="2024-03-08T16:43:43.833" v="1177" actId="20577"/>
          <ac:spMkLst>
            <pc:docMk/>
            <pc:sldMk cId="2199460670" sldId="270"/>
            <ac:spMk id="3" creationId="{E447F50B-1CF8-7CE5-220C-AE1BF3D3CEC3}"/>
          </ac:spMkLst>
        </pc:spChg>
        <pc:picChg chg="add mod">
          <ac:chgData name="Shivani Agnihotri" userId="611b8d7d310d942b" providerId="LiveId" clId="{FA10979A-E49D-43B8-99A7-6EF0DBFAB00D}" dt="2024-03-09T17:38:58.308" v="1534" actId="14100"/>
          <ac:picMkLst>
            <pc:docMk/>
            <pc:sldMk cId="2199460670" sldId="270"/>
            <ac:picMk id="5" creationId="{4045D20D-7ED1-171A-2F96-3359F7B01158}"/>
          </ac:picMkLst>
        </pc:picChg>
        <pc:picChg chg="add mod">
          <ac:chgData name="Shivani Agnihotri" userId="611b8d7d310d942b" providerId="LiveId" clId="{FA10979A-E49D-43B8-99A7-6EF0DBFAB00D}" dt="2024-03-09T17:39:23.857" v="1537" actId="14100"/>
          <ac:picMkLst>
            <pc:docMk/>
            <pc:sldMk cId="2199460670" sldId="270"/>
            <ac:picMk id="7" creationId="{06B38601-6BD9-B5C4-74CF-DE78D4D15688}"/>
          </ac:picMkLst>
        </pc:picChg>
      </pc:sldChg>
      <pc:sldChg chg="addSp modSp new mod">
        <pc:chgData name="Shivani Agnihotri" userId="611b8d7d310d942b" providerId="LiveId" clId="{FA10979A-E49D-43B8-99A7-6EF0DBFAB00D}" dt="2024-03-09T17:40:29.563" v="1545" actId="1076"/>
        <pc:sldMkLst>
          <pc:docMk/>
          <pc:sldMk cId="2363464468" sldId="271"/>
        </pc:sldMkLst>
        <pc:spChg chg="mod">
          <ac:chgData name="Shivani Agnihotri" userId="611b8d7d310d942b" providerId="LiveId" clId="{FA10979A-E49D-43B8-99A7-6EF0DBFAB00D}" dt="2024-03-09T17:08:29.290" v="1325" actId="207"/>
          <ac:spMkLst>
            <pc:docMk/>
            <pc:sldMk cId="2363464468" sldId="271"/>
            <ac:spMk id="2" creationId="{B8B503B0-FC8F-F261-A8A3-D6C4E0D0F093}"/>
          </ac:spMkLst>
        </pc:spChg>
        <pc:spChg chg="mod">
          <ac:chgData name="Shivani Agnihotri" userId="611b8d7d310d942b" providerId="LiveId" clId="{FA10979A-E49D-43B8-99A7-6EF0DBFAB00D}" dt="2024-03-09T17:12:28.585" v="1343" actId="207"/>
          <ac:spMkLst>
            <pc:docMk/>
            <pc:sldMk cId="2363464468" sldId="271"/>
            <ac:spMk id="3" creationId="{5C47F838-C7AE-115B-94CB-73B222C5CCE2}"/>
          </ac:spMkLst>
        </pc:spChg>
        <pc:picChg chg="add mod">
          <ac:chgData name="Shivani Agnihotri" userId="611b8d7d310d942b" providerId="LiveId" clId="{FA10979A-E49D-43B8-99A7-6EF0DBFAB00D}" dt="2024-03-09T17:40:12.111" v="1542" actId="14100"/>
          <ac:picMkLst>
            <pc:docMk/>
            <pc:sldMk cId="2363464468" sldId="271"/>
            <ac:picMk id="5" creationId="{9F351D29-59D8-D0F9-3DF3-00FC3AAF76EE}"/>
          </ac:picMkLst>
        </pc:picChg>
        <pc:picChg chg="add mod">
          <ac:chgData name="Shivani Agnihotri" userId="611b8d7d310d942b" providerId="LiveId" clId="{FA10979A-E49D-43B8-99A7-6EF0DBFAB00D}" dt="2024-03-09T17:40:29.563" v="1545" actId="1076"/>
          <ac:picMkLst>
            <pc:docMk/>
            <pc:sldMk cId="2363464468" sldId="271"/>
            <ac:picMk id="6" creationId="{81CE0D56-A952-DEEA-0524-E4585BF31F87}"/>
          </ac:picMkLst>
        </pc:picChg>
      </pc:sldChg>
      <pc:sldChg chg="addSp delSp modSp new mod">
        <pc:chgData name="Shivani Agnihotri" userId="611b8d7d310d942b" providerId="LiveId" clId="{FA10979A-E49D-43B8-99A7-6EF0DBFAB00D}" dt="2024-03-09T17:43:18.360" v="1564" actId="1076"/>
        <pc:sldMkLst>
          <pc:docMk/>
          <pc:sldMk cId="473023870" sldId="272"/>
        </pc:sldMkLst>
        <pc:spChg chg="mod">
          <ac:chgData name="Shivani Agnihotri" userId="611b8d7d310d942b" providerId="LiveId" clId="{FA10979A-E49D-43B8-99A7-6EF0DBFAB00D}" dt="2024-03-09T17:15:01.097" v="1360" actId="207"/>
          <ac:spMkLst>
            <pc:docMk/>
            <pc:sldMk cId="473023870" sldId="272"/>
            <ac:spMk id="2" creationId="{1D213A70-45EA-7370-8010-37782C53F0DF}"/>
          </ac:spMkLst>
        </pc:spChg>
        <pc:spChg chg="mod">
          <ac:chgData name="Shivani Agnihotri" userId="611b8d7d310d942b" providerId="LiveId" clId="{FA10979A-E49D-43B8-99A7-6EF0DBFAB00D}" dt="2024-03-09T17:23:42.183" v="1443" actId="5793"/>
          <ac:spMkLst>
            <pc:docMk/>
            <pc:sldMk cId="473023870" sldId="272"/>
            <ac:spMk id="3" creationId="{9E73D8F4-E38C-34B4-D384-9A2F2005C1B0}"/>
          </ac:spMkLst>
        </pc:spChg>
        <pc:picChg chg="add del mod">
          <ac:chgData name="Shivani Agnihotri" userId="611b8d7d310d942b" providerId="LiveId" clId="{FA10979A-E49D-43B8-99A7-6EF0DBFAB00D}" dt="2024-03-09T17:42:41.248" v="1558" actId="478"/>
          <ac:picMkLst>
            <pc:docMk/>
            <pc:sldMk cId="473023870" sldId="272"/>
            <ac:picMk id="5" creationId="{65242234-124D-4AF7-EFEB-C4504F54FC94}"/>
          </ac:picMkLst>
        </pc:picChg>
        <pc:picChg chg="add del mod">
          <ac:chgData name="Shivani Agnihotri" userId="611b8d7d310d942b" providerId="LiveId" clId="{FA10979A-E49D-43B8-99A7-6EF0DBFAB00D}" dt="2024-03-09T17:41:42.078" v="1552" actId="478"/>
          <ac:picMkLst>
            <pc:docMk/>
            <pc:sldMk cId="473023870" sldId="272"/>
            <ac:picMk id="6" creationId="{4C6066EC-663C-B601-6A29-25599AC6A9F4}"/>
          </ac:picMkLst>
        </pc:picChg>
        <pc:picChg chg="add mod">
          <ac:chgData name="Shivani Agnihotri" userId="611b8d7d310d942b" providerId="LiveId" clId="{FA10979A-E49D-43B8-99A7-6EF0DBFAB00D}" dt="2024-03-09T17:43:10.989" v="1562" actId="14100"/>
          <ac:picMkLst>
            <pc:docMk/>
            <pc:sldMk cId="473023870" sldId="272"/>
            <ac:picMk id="8" creationId="{AEAFBC9A-E6F6-1A5F-45A2-E36938DBA4B0}"/>
          </ac:picMkLst>
        </pc:picChg>
        <pc:picChg chg="add del mod">
          <ac:chgData name="Shivani Agnihotri" userId="611b8d7d310d942b" providerId="LiveId" clId="{FA10979A-E49D-43B8-99A7-6EF0DBFAB00D}" dt="2024-03-09T17:42:58.358" v="1560" actId="478"/>
          <ac:picMkLst>
            <pc:docMk/>
            <pc:sldMk cId="473023870" sldId="272"/>
            <ac:picMk id="10" creationId="{979BDA56-9F9B-392E-4BFA-23B4DD2AE154}"/>
          </ac:picMkLst>
        </pc:picChg>
        <pc:picChg chg="add mod">
          <ac:chgData name="Shivani Agnihotri" userId="611b8d7d310d942b" providerId="LiveId" clId="{FA10979A-E49D-43B8-99A7-6EF0DBFAB00D}" dt="2024-03-09T17:43:18.360" v="1564" actId="1076"/>
          <ac:picMkLst>
            <pc:docMk/>
            <pc:sldMk cId="473023870" sldId="272"/>
            <ac:picMk id="11" creationId="{AC6BFB64-D9A7-AC0D-50C6-B638EF548462}"/>
          </ac:picMkLst>
        </pc:picChg>
      </pc:sldChg>
      <pc:sldChg chg="addSp modSp new mod">
        <pc:chgData name="Shivani Agnihotri" userId="611b8d7d310d942b" providerId="LiveId" clId="{FA10979A-E49D-43B8-99A7-6EF0DBFAB00D}" dt="2024-03-09T17:44:44.750" v="1620" actId="207"/>
        <pc:sldMkLst>
          <pc:docMk/>
          <pc:sldMk cId="789309614" sldId="273"/>
        </pc:sldMkLst>
        <pc:spChg chg="add mod">
          <ac:chgData name="Shivani Agnihotri" userId="611b8d7d310d942b" providerId="LiveId" clId="{FA10979A-E49D-43B8-99A7-6EF0DBFAB00D}" dt="2024-03-09T17:44:44.750" v="1620" actId="207"/>
          <ac:spMkLst>
            <pc:docMk/>
            <pc:sldMk cId="789309614" sldId="273"/>
            <ac:spMk id="2" creationId="{6BD3E59C-3F20-86D6-7E77-DA3E7B39E021}"/>
          </ac:spMkLst>
        </pc:spChg>
      </pc:sldChg>
      <pc:sldMasterChg chg="modTransition modSldLayout">
        <pc:chgData name="Shivani Agnihotri" userId="611b8d7d310d942b" providerId="LiveId" clId="{FA10979A-E49D-43B8-99A7-6EF0DBFAB00D}" dt="2024-03-08T16:48:10.469" v="1202"/>
        <pc:sldMasterMkLst>
          <pc:docMk/>
          <pc:sldMasterMk cId="0" sldId="2147483648"/>
        </pc:sldMasterMkLst>
        <pc:sldLayoutChg chg="modTransition">
          <pc:chgData name="Shivani Agnihotri" userId="611b8d7d310d942b" providerId="LiveId" clId="{FA10979A-E49D-43B8-99A7-6EF0DBFAB00D}" dt="2024-03-08T16:48:10.469" v="1202"/>
          <pc:sldLayoutMkLst>
            <pc:docMk/>
            <pc:sldMasterMk cId="0" sldId="2147483648"/>
            <pc:sldLayoutMk cId="0" sldId="2147483649"/>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0"/>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1"/>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2"/>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3"/>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4"/>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5"/>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6"/>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7"/>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8"/>
          </pc:sldLayoutMkLst>
        </pc:sldLayoutChg>
        <pc:sldLayoutChg chg="modTransition">
          <pc:chgData name="Shivani Agnihotri" userId="611b8d7d310d942b" providerId="LiveId" clId="{FA10979A-E49D-43B8-99A7-6EF0DBFAB00D}" dt="2024-03-08T16:48:10.469" v="1202"/>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3/9/2024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3/9/2024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3/9/2024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3/9/2024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3/9/2024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3/9/2024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3/9/2024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3/9/2024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3/9/2024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3/9/2024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3/9/2024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3/9/2024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3/9/2024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129229" y="-218651"/>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09"/>
            <a:ext cx="5268177" cy="1086237"/>
          </a:xfrm>
          <a:ln w="38100">
            <a:solidFill>
              <a:schemeClr val="accent5">
                <a:lumMod val="75000"/>
              </a:schemeClr>
            </a:solidFill>
          </a:ln>
          <a:effectLst>
            <a:glow rad="228600">
              <a:schemeClr val="accent3">
                <a:satMod val="175000"/>
                <a:alpha val="40000"/>
              </a:schemeClr>
            </a:glow>
            <a:reflection blurRad="6350" stA="50000" endA="295" endPos="92000" dist="101600" dir="5400000" sy="-100000" algn="bl" rotWithShape="0"/>
          </a:effectLst>
        </p:spPr>
        <p:txBody>
          <a:bodyPr anchor="ctr">
            <a:normAutofit/>
          </a:bodyPr>
          <a:lstStyle/>
          <a:p>
            <a:pPr>
              <a:lnSpc>
                <a:spcPct val="100000"/>
              </a:lnSpc>
            </a:pPr>
            <a:r>
              <a:rPr lang="en-US" sz="3600" dirty="0">
                <a:solidFill>
                  <a:schemeClr val="accent2">
                    <a:lumMod val="40000"/>
                    <a:lumOff val="60000"/>
                  </a:schemeClr>
                </a:solidFill>
              </a:rPr>
              <a:t>ARTIFICAL INTELLIGENCE</a:t>
            </a: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298010" y="5419246"/>
            <a:ext cx="5268177" cy="531866"/>
          </a:xfrm>
        </p:spPr>
        <p:txBody>
          <a:bodyPr>
            <a:normAutofit/>
          </a:bodyPr>
          <a:lstStyle/>
          <a:p>
            <a:pPr algn="r">
              <a:spcAft>
                <a:spcPts val="600"/>
              </a:spcAft>
            </a:pPr>
            <a:r>
              <a:rPr lang="en-US" sz="1800" dirty="0">
                <a:solidFill>
                  <a:srgbClr val="FFFFFF"/>
                </a:solidFill>
              </a:rPr>
              <a:t>By Shivani Agnihotri</a:t>
            </a:r>
          </a:p>
        </p:txBody>
      </p:sp>
    </p:spTree>
    <p:extLst>
      <p:ext uri="{BB962C8B-B14F-4D97-AF65-F5344CB8AC3E}">
        <p14:creationId xmlns:p14="http://schemas.microsoft.com/office/powerpoint/2010/main" val="745576192"/>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inus Sign 3">
            <a:extLst>
              <a:ext uri="{FF2B5EF4-FFF2-40B4-BE49-F238E27FC236}">
                <a16:creationId xmlns:a16="http://schemas.microsoft.com/office/drawing/2014/main" id="{0943CEB8-0F09-AECF-DF0A-B1EDAA9C824B}"/>
              </a:ext>
            </a:extLst>
          </p:cNvPr>
          <p:cNvSpPr/>
          <p:nvPr/>
        </p:nvSpPr>
        <p:spPr>
          <a:xfrm>
            <a:off x="-452486" y="1521377"/>
            <a:ext cx="12339686" cy="193764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652DFD-BB10-B739-D16E-771624274725}"/>
              </a:ext>
            </a:extLst>
          </p:cNvPr>
          <p:cNvSpPr>
            <a:spLocks noGrp="1"/>
          </p:cNvSpPr>
          <p:nvPr>
            <p:ph type="title"/>
          </p:nvPr>
        </p:nvSpPr>
        <p:spPr>
          <a:xfrm>
            <a:off x="4184373" y="728111"/>
            <a:ext cx="4103067" cy="1035424"/>
          </a:xfrm>
          <a:ln w="38100">
            <a:solidFill>
              <a:schemeClr val="tx1"/>
            </a:solidFill>
          </a:ln>
          <a:effectLst>
            <a:reflection blurRad="6350" stA="52000" endA="300" endPos="35000" dir="5400000" sy="-100000" algn="bl" rotWithShape="0"/>
          </a:effectLst>
        </p:spPr>
        <p:txBody>
          <a:bodyPr>
            <a:normAutofit/>
          </a:bodyPr>
          <a:lstStyle/>
          <a:p>
            <a:pPr algn="ctr"/>
            <a:r>
              <a:rPr lang="en-IN" sz="6000" dirty="0">
                <a:latin typeface="Algerian" panose="04020705040A02060702" pitchFamily="82" charset="0"/>
              </a:rPr>
              <a:t>CONTENTS</a:t>
            </a:r>
          </a:p>
        </p:txBody>
      </p:sp>
      <p:sp>
        <p:nvSpPr>
          <p:cNvPr id="5" name="Minus Sign 4">
            <a:extLst>
              <a:ext uri="{FF2B5EF4-FFF2-40B4-BE49-F238E27FC236}">
                <a16:creationId xmlns:a16="http://schemas.microsoft.com/office/drawing/2014/main" id="{FF1E93CB-BCA8-8884-9B1E-3FFDF25243F1}"/>
              </a:ext>
            </a:extLst>
          </p:cNvPr>
          <p:cNvSpPr/>
          <p:nvPr/>
        </p:nvSpPr>
        <p:spPr>
          <a:xfrm>
            <a:off x="-452486" y="2158738"/>
            <a:ext cx="12334973" cy="2036190"/>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Minus Sign 5">
            <a:extLst>
              <a:ext uri="{FF2B5EF4-FFF2-40B4-BE49-F238E27FC236}">
                <a16:creationId xmlns:a16="http://schemas.microsoft.com/office/drawing/2014/main" id="{7120EB44-7FA2-2DC7-5F2B-4E4BB6A82AB0}"/>
              </a:ext>
            </a:extLst>
          </p:cNvPr>
          <p:cNvSpPr/>
          <p:nvPr/>
        </p:nvSpPr>
        <p:spPr>
          <a:xfrm>
            <a:off x="-452486" y="2869410"/>
            <a:ext cx="12405674" cy="205425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Minus Sign 6">
            <a:extLst>
              <a:ext uri="{FF2B5EF4-FFF2-40B4-BE49-F238E27FC236}">
                <a16:creationId xmlns:a16="http://schemas.microsoft.com/office/drawing/2014/main" id="{406DA069-660C-97D3-4B47-2D14BE4FD38E}"/>
              </a:ext>
            </a:extLst>
          </p:cNvPr>
          <p:cNvSpPr/>
          <p:nvPr/>
        </p:nvSpPr>
        <p:spPr>
          <a:xfrm>
            <a:off x="-452486" y="3606145"/>
            <a:ext cx="12405674" cy="205425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Minus Sign 7">
            <a:extLst>
              <a:ext uri="{FF2B5EF4-FFF2-40B4-BE49-F238E27FC236}">
                <a16:creationId xmlns:a16="http://schemas.microsoft.com/office/drawing/2014/main" id="{B4CE07FC-7332-F002-3C81-4416A6FA7435}"/>
              </a:ext>
            </a:extLst>
          </p:cNvPr>
          <p:cNvSpPr/>
          <p:nvPr/>
        </p:nvSpPr>
        <p:spPr>
          <a:xfrm>
            <a:off x="-452485" y="4396552"/>
            <a:ext cx="12405674" cy="2054258"/>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IN" dirty="0"/>
          </a:p>
        </p:txBody>
      </p:sp>
      <p:sp>
        <p:nvSpPr>
          <p:cNvPr id="3" name="Content Placeholder 2">
            <a:extLst>
              <a:ext uri="{FF2B5EF4-FFF2-40B4-BE49-F238E27FC236}">
                <a16:creationId xmlns:a16="http://schemas.microsoft.com/office/drawing/2014/main" id="{EDD444E2-628B-061F-CFEB-C4745B99F607}"/>
              </a:ext>
            </a:extLst>
          </p:cNvPr>
          <p:cNvSpPr>
            <a:spLocks noGrp="1"/>
          </p:cNvSpPr>
          <p:nvPr>
            <p:ph idx="1"/>
          </p:nvPr>
        </p:nvSpPr>
        <p:spPr>
          <a:xfrm>
            <a:off x="1219200" y="2286000"/>
            <a:ext cx="9601200" cy="3581400"/>
          </a:xfrm>
        </p:spPr>
        <p:txBody>
          <a:bodyPr>
            <a:normAutofit lnSpcReduction="10000"/>
          </a:bodyPr>
          <a:lstStyle/>
          <a:p>
            <a:pPr>
              <a:buFont typeface="Wingdings" panose="05000000000000000000" pitchFamily="2" charset="2"/>
              <a:buChar char="Ø"/>
            </a:pPr>
            <a:r>
              <a:rPr lang="en-IN" sz="2800" dirty="0"/>
              <a:t>Introduction</a:t>
            </a:r>
          </a:p>
          <a:p>
            <a:pPr>
              <a:lnSpc>
                <a:spcPct val="150000"/>
              </a:lnSpc>
              <a:buFont typeface="Wingdings" panose="05000000000000000000" pitchFamily="2" charset="2"/>
              <a:buChar char="Ø"/>
            </a:pPr>
            <a:r>
              <a:rPr lang="en-IN" sz="2800" dirty="0"/>
              <a:t>Use of A.I. [advantages]</a:t>
            </a:r>
          </a:p>
          <a:p>
            <a:pPr>
              <a:lnSpc>
                <a:spcPct val="150000"/>
              </a:lnSpc>
              <a:buFont typeface="Wingdings" panose="05000000000000000000" pitchFamily="2" charset="2"/>
              <a:buChar char="Ø"/>
            </a:pPr>
            <a:r>
              <a:rPr lang="en-IN" sz="2800" dirty="0"/>
              <a:t>Future of A.I.</a:t>
            </a:r>
          </a:p>
          <a:p>
            <a:pPr>
              <a:lnSpc>
                <a:spcPct val="150000"/>
              </a:lnSpc>
              <a:buFont typeface="Wingdings" panose="05000000000000000000" pitchFamily="2" charset="2"/>
              <a:buChar char="Ø"/>
            </a:pPr>
            <a:r>
              <a:rPr lang="en-IN" sz="2800" dirty="0"/>
              <a:t>How we can use A.I. responsibly? </a:t>
            </a:r>
          </a:p>
          <a:p>
            <a:pPr>
              <a:lnSpc>
                <a:spcPct val="150000"/>
              </a:lnSpc>
              <a:buFont typeface="Wingdings" panose="05000000000000000000" pitchFamily="2" charset="2"/>
              <a:buChar char="Ø"/>
            </a:pPr>
            <a:r>
              <a:rPr lang="en-IN" sz="2800" dirty="0"/>
              <a:t>Conclusion</a:t>
            </a:r>
          </a:p>
        </p:txBody>
      </p:sp>
      <p:pic>
        <p:nvPicPr>
          <p:cNvPr id="10" name="Graphic 9" descr="Document">
            <a:extLst>
              <a:ext uri="{FF2B5EF4-FFF2-40B4-BE49-F238E27FC236}">
                <a16:creationId xmlns:a16="http://schemas.microsoft.com/office/drawing/2014/main" id="{3284D290-0BE9-6F93-9D3C-5E904920DA4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31026" y="147530"/>
            <a:ext cx="2524539" cy="1937648"/>
          </a:xfrm>
          <a:prstGeom prst="rect">
            <a:avLst/>
          </a:prstGeom>
        </p:spPr>
      </p:pic>
      <p:pic>
        <p:nvPicPr>
          <p:cNvPr id="13" name="Graphic 12" descr="Document">
            <a:extLst>
              <a:ext uri="{FF2B5EF4-FFF2-40B4-BE49-F238E27FC236}">
                <a16:creationId xmlns:a16="http://schemas.microsoft.com/office/drawing/2014/main" id="{CDD6B0E4-9C6C-198A-5837-60B6071B7D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16248" y="111538"/>
            <a:ext cx="2524539" cy="1937648"/>
          </a:xfrm>
          <a:prstGeom prst="rect">
            <a:avLst/>
          </a:prstGeom>
        </p:spPr>
      </p:pic>
    </p:spTree>
    <p:extLst>
      <p:ext uri="{BB962C8B-B14F-4D97-AF65-F5344CB8AC3E}">
        <p14:creationId xmlns:p14="http://schemas.microsoft.com/office/powerpoint/2010/main" val="277731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3F70E29-944B-D372-E17A-1F681DCA145C}"/>
              </a:ext>
            </a:extLst>
          </p:cNvPr>
          <p:cNvSpPr/>
          <p:nvPr/>
        </p:nvSpPr>
        <p:spPr>
          <a:xfrm>
            <a:off x="1151710" y="3916017"/>
            <a:ext cx="8664735" cy="11131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A97D06D-F303-6084-F32F-EA7A13631EC0}"/>
              </a:ext>
            </a:extLst>
          </p:cNvPr>
          <p:cNvSpPr>
            <a:spLocks noGrp="1"/>
          </p:cNvSpPr>
          <p:nvPr>
            <p:ph type="title"/>
          </p:nvPr>
        </p:nvSpPr>
        <p:spPr>
          <a:xfrm>
            <a:off x="2375555" y="2253006"/>
            <a:ext cx="7351991" cy="2168166"/>
          </a:xfrm>
        </p:spPr>
        <p:txBody>
          <a:bodyPr/>
          <a:lstStyle/>
          <a:p>
            <a:endParaRPr lang="en-IN" dirty="0"/>
          </a:p>
        </p:txBody>
      </p:sp>
      <p:sp>
        <p:nvSpPr>
          <p:cNvPr id="3" name="Text Placeholder 2">
            <a:extLst>
              <a:ext uri="{FF2B5EF4-FFF2-40B4-BE49-F238E27FC236}">
                <a16:creationId xmlns:a16="http://schemas.microsoft.com/office/drawing/2014/main" id="{429CE832-718B-6A78-962A-3205B55258AE}"/>
              </a:ext>
            </a:extLst>
          </p:cNvPr>
          <p:cNvSpPr>
            <a:spLocks noGrp="1"/>
          </p:cNvSpPr>
          <p:nvPr>
            <p:ph type="body" idx="1"/>
          </p:nvPr>
        </p:nvSpPr>
        <p:spPr>
          <a:xfrm flipV="1">
            <a:off x="3506772" y="2253006"/>
            <a:ext cx="3940404" cy="2535812"/>
          </a:xfrm>
        </p:spPr>
        <p:txBody>
          <a:bodyPr>
            <a:normAutofit/>
          </a:bodyPr>
          <a:lstStyle/>
          <a:p>
            <a:endParaRPr lang="en-IN" dirty="0"/>
          </a:p>
        </p:txBody>
      </p:sp>
      <p:sp>
        <p:nvSpPr>
          <p:cNvPr id="5" name="Rectangle 4">
            <a:extLst>
              <a:ext uri="{FF2B5EF4-FFF2-40B4-BE49-F238E27FC236}">
                <a16:creationId xmlns:a16="http://schemas.microsoft.com/office/drawing/2014/main" id="{90E305DC-BE50-1EB3-6531-7EF29BBE51D5}"/>
              </a:ext>
            </a:extLst>
          </p:cNvPr>
          <p:cNvSpPr/>
          <p:nvPr/>
        </p:nvSpPr>
        <p:spPr>
          <a:xfrm>
            <a:off x="1022809" y="1263192"/>
            <a:ext cx="8793636" cy="4147793"/>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marL="285750" indent="-285750" algn="ctr">
              <a:buFont typeface="Wingdings" panose="05000000000000000000" pitchFamily="2" charset="2"/>
              <a:buChar char="v"/>
            </a:pPr>
            <a:r>
              <a:rPr lang="en-US" sz="2000" dirty="0">
                <a:latin typeface="Bell MT" panose="02020503060305020303" pitchFamily="18" charset="0"/>
              </a:rPr>
              <a:t>  Artificial Intelligence is the development of computer systems that are            able to perform tasks that would require human intelligence. </a:t>
            </a:r>
          </a:p>
        </p:txBody>
      </p:sp>
      <p:sp>
        <p:nvSpPr>
          <p:cNvPr id="4" name="Rectangle 3">
            <a:extLst>
              <a:ext uri="{FF2B5EF4-FFF2-40B4-BE49-F238E27FC236}">
                <a16:creationId xmlns:a16="http://schemas.microsoft.com/office/drawing/2014/main" id="{6A1A53FA-EF1F-5A22-46F2-B9621050FC66}"/>
              </a:ext>
            </a:extLst>
          </p:cNvPr>
          <p:cNvSpPr/>
          <p:nvPr/>
        </p:nvSpPr>
        <p:spPr>
          <a:xfrm>
            <a:off x="2375555" y="163022"/>
            <a:ext cx="5920033" cy="838986"/>
          </a:xfrm>
          <a:prstGeom prst="rect">
            <a:avLst/>
          </a:prstGeom>
          <a:solidFill>
            <a:schemeClr val="bg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a:solidFill>
                  <a:schemeClr val="accent2">
                    <a:lumMod val="75000"/>
                  </a:schemeClr>
                </a:solidFill>
                <a:latin typeface="Algerian" panose="04020705040A02060702" pitchFamily="82" charset="0"/>
              </a:rPr>
              <a:t>INTRODUCTION</a:t>
            </a:r>
          </a:p>
        </p:txBody>
      </p:sp>
      <p:sp>
        <p:nvSpPr>
          <p:cNvPr id="7" name="TextBox 6">
            <a:extLst>
              <a:ext uri="{FF2B5EF4-FFF2-40B4-BE49-F238E27FC236}">
                <a16:creationId xmlns:a16="http://schemas.microsoft.com/office/drawing/2014/main" id="{A1DBCD41-6372-8704-2858-26A1C82E3F1A}"/>
              </a:ext>
            </a:extLst>
          </p:cNvPr>
          <p:cNvSpPr txBox="1"/>
          <p:nvPr/>
        </p:nvSpPr>
        <p:spPr>
          <a:xfrm>
            <a:off x="1662259" y="1485236"/>
            <a:ext cx="7475455" cy="1323439"/>
          </a:xfrm>
          <a:prstGeom prst="rect">
            <a:avLst/>
          </a:prstGeom>
          <a:noFill/>
        </p:spPr>
        <p:txBody>
          <a:bodyPr wrap="square">
            <a:spAutoFit/>
          </a:bodyPr>
          <a:lstStyle/>
          <a:p>
            <a:pPr marL="342900" indent="-342900">
              <a:buFont typeface="Wingdings" panose="05000000000000000000" pitchFamily="2" charset="2"/>
              <a:buChar char="v"/>
            </a:pPr>
            <a:r>
              <a:rPr lang="en-US" sz="2000" dirty="0">
                <a:latin typeface="Bell MT" panose="02020503060305020303" pitchFamily="18" charset="0"/>
              </a:rPr>
              <a:t>Artificial Intelligence is the ability for a computer to think, learn and simulate human mental processes, such as perceiving, reasoning, and learning. It can also independently perform complex tasks that once required human input.</a:t>
            </a:r>
            <a:r>
              <a:rPr lang="en-US" sz="2000" dirty="0">
                <a:solidFill>
                  <a:schemeClr val="accent5">
                    <a:lumMod val="75000"/>
                  </a:schemeClr>
                </a:solidFill>
                <a:latin typeface="Bell MT" panose="02020503060305020303" pitchFamily="18" charset="0"/>
              </a:rPr>
              <a:t> </a:t>
            </a:r>
            <a:endParaRPr lang="en-IN" sz="2000" dirty="0">
              <a:solidFill>
                <a:schemeClr val="accent5">
                  <a:lumMod val="75000"/>
                </a:schemeClr>
              </a:solidFill>
              <a:latin typeface="Bell MT" panose="02020503060305020303" pitchFamily="18" charset="0"/>
            </a:endParaRPr>
          </a:p>
        </p:txBody>
      </p:sp>
      <p:sp>
        <p:nvSpPr>
          <p:cNvPr id="8" name="Rectangle 7">
            <a:extLst>
              <a:ext uri="{FF2B5EF4-FFF2-40B4-BE49-F238E27FC236}">
                <a16:creationId xmlns:a16="http://schemas.microsoft.com/office/drawing/2014/main" id="{C26216FF-91FA-1614-3F20-A0D81F8CDFEC}"/>
              </a:ext>
            </a:extLst>
          </p:cNvPr>
          <p:cNvSpPr/>
          <p:nvPr/>
        </p:nvSpPr>
        <p:spPr>
          <a:xfrm>
            <a:off x="1112068" y="3677481"/>
            <a:ext cx="8575836" cy="1323439"/>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pitchFamily="2" charset="2"/>
              <a:buChar char="v"/>
            </a:pPr>
            <a:r>
              <a:rPr lang="en-US" dirty="0"/>
              <a:t>  </a:t>
            </a:r>
            <a:r>
              <a:rPr lang="en-US" sz="2200" dirty="0">
                <a:latin typeface="Bell MT" panose="02020503060305020303" pitchFamily="18" charset="0"/>
              </a:rPr>
              <a:t>Examples of these tasks are visual perception, speech recognition, decision-making, and translation between language</a:t>
            </a:r>
            <a:endParaRPr lang="en-IN" sz="2200" dirty="0">
              <a:latin typeface="Bell MT" panose="02020503060305020303" pitchFamily="18" charset="0"/>
            </a:endParaRPr>
          </a:p>
        </p:txBody>
      </p:sp>
      <p:pic>
        <p:nvPicPr>
          <p:cNvPr id="10" name="Graphic 9" descr="Browser window">
            <a:extLst>
              <a:ext uri="{FF2B5EF4-FFF2-40B4-BE49-F238E27FC236}">
                <a16:creationId xmlns:a16="http://schemas.microsoft.com/office/drawing/2014/main" id="{77847B39-A444-06CD-7052-95AEA6FF38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9915" y="-122419"/>
            <a:ext cx="1535598" cy="1552299"/>
          </a:xfrm>
          <a:prstGeom prst="rect">
            <a:avLst/>
          </a:prstGeom>
        </p:spPr>
      </p:pic>
      <p:pic>
        <p:nvPicPr>
          <p:cNvPr id="11" name="Graphic 10" descr="Browser window">
            <a:extLst>
              <a:ext uri="{FF2B5EF4-FFF2-40B4-BE49-F238E27FC236}">
                <a16:creationId xmlns:a16="http://schemas.microsoft.com/office/drawing/2014/main" id="{A5B4419D-4892-0856-5F9D-20FDF44189B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4460" y="-105284"/>
            <a:ext cx="1535598" cy="1552299"/>
          </a:xfrm>
          <a:prstGeom prst="rect">
            <a:avLst/>
          </a:prstGeom>
        </p:spPr>
      </p:pic>
      <p:pic>
        <p:nvPicPr>
          <p:cNvPr id="13" name="Graphic 12" descr="Barcode">
            <a:extLst>
              <a:ext uri="{FF2B5EF4-FFF2-40B4-BE49-F238E27FC236}">
                <a16:creationId xmlns:a16="http://schemas.microsoft.com/office/drawing/2014/main" id="{F4324AD1-3A93-818E-ACFA-42456B1FF9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80514" y="293436"/>
            <a:ext cx="914400" cy="914400"/>
          </a:xfrm>
          <a:prstGeom prst="rect">
            <a:avLst/>
          </a:prstGeom>
        </p:spPr>
      </p:pic>
      <p:pic>
        <p:nvPicPr>
          <p:cNvPr id="14" name="Graphic 13" descr="Barcode">
            <a:extLst>
              <a:ext uri="{FF2B5EF4-FFF2-40B4-BE49-F238E27FC236}">
                <a16:creationId xmlns:a16="http://schemas.microsoft.com/office/drawing/2014/main" id="{D17A7284-9FC4-C7F3-CA22-92355C8F3B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6677" y="278833"/>
            <a:ext cx="914400" cy="914400"/>
          </a:xfrm>
          <a:prstGeom prst="rect">
            <a:avLst/>
          </a:prstGeom>
        </p:spPr>
      </p:pic>
    </p:spTree>
    <p:extLst>
      <p:ext uri="{BB962C8B-B14F-4D97-AF65-F5344CB8AC3E}">
        <p14:creationId xmlns:p14="http://schemas.microsoft.com/office/powerpoint/2010/main" val="5703030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7CCDDE3-9BF7-0DE3-E233-62EF6E88C3A4}"/>
              </a:ext>
            </a:extLst>
          </p:cNvPr>
          <p:cNvSpPr/>
          <p:nvPr/>
        </p:nvSpPr>
        <p:spPr>
          <a:xfrm>
            <a:off x="1441174" y="1972917"/>
            <a:ext cx="2673626" cy="85476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39AE57F-0D22-51FA-C933-25C516793DA4}"/>
              </a:ext>
            </a:extLst>
          </p:cNvPr>
          <p:cNvSpPr/>
          <p:nvPr/>
        </p:nvSpPr>
        <p:spPr>
          <a:xfrm>
            <a:off x="1441174" y="1908312"/>
            <a:ext cx="2673626" cy="854765"/>
          </a:xfrm>
          <a:prstGeom prst="rect">
            <a:avLst/>
          </a:prstGeom>
          <a:solidFill>
            <a:schemeClr val="accent5">
              <a:lumMod val="60000"/>
              <a:lumOff val="4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D4A5EFA-2656-BEB7-ACC4-0C83657928D0}"/>
              </a:ext>
            </a:extLst>
          </p:cNvPr>
          <p:cNvSpPr/>
          <p:nvPr/>
        </p:nvSpPr>
        <p:spPr>
          <a:xfrm>
            <a:off x="1252331" y="1808920"/>
            <a:ext cx="3011556" cy="4790661"/>
          </a:xfrm>
          <a:prstGeom prst="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r>
              <a:rPr lang="en-IN" sz="2400" dirty="0">
                <a:solidFill>
                  <a:schemeClr val="accent2">
                    <a:lumMod val="75000"/>
                  </a:schemeClr>
                </a:solidFill>
                <a:latin typeface="Arial Rounded MT Bold" panose="020F0704030504030204" pitchFamily="34" charset="0"/>
              </a:rPr>
              <a:t>Image and facial recognition</a:t>
            </a:r>
          </a:p>
          <a:p>
            <a:pPr algn="ctr"/>
            <a:endParaRPr lang="en-IN" dirty="0">
              <a:latin typeface="Bell MT" panose="02020503060305020303" pitchFamily="18" charset="0"/>
            </a:endParaRPr>
          </a:p>
          <a:p>
            <a:pPr marL="285750" indent="-285750" algn="ctr">
              <a:buFont typeface="Wingdings" panose="05000000000000000000" pitchFamily="2" charset="2"/>
              <a:buChar char="Ø"/>
            </a:pPr>
            <a:r>
              <a:rPr lang="en-US" sz="2000" dirty="0">
                <a:latin typeface="Bell MT" panose="02020503060305020303" pitchFamily="18" charset="0"/>
              </a:rPr>
              <a:t>It can help make data safer and more secure.</a:t>
            </a:r>
            <a:endParaRPr lang="en-IN" sz="2000" dirty="0">
              <a:latin typeface="Bell MT" panose="02020503060305020303" pitchFamily="18" charset="0"/>
            </a:endParaRPr>
          </a:p>
          <a:p>
            <a:pPr algn="ctr"/>
            <a:endParaRPr lang="en-IN" sz="2000" dirty="0">
              <a:latin typeface="Bell MT" panose="02020503060305020303" pitchFamily="18" charset="0"/>
            </a:endParaRPr>
          </a:p>
          <a:p>
            <a:pPr marL="285750" indent="-285750" algn="ctr">
              <a:buFont typeface="Wingdings" panose="05000000000000000000" pitchFamily="2" charset="2"/>
              <a:buChar char="Ø"/>
            </a:pPr>
            <a:r>
              <a:rPr lang="en-US" sz="2000" dirty="0">
                <a:latin typeface="Bell MT" panose="02020503060305020303" pitchFamily="18" charset="0"/>
              </a:rPr>
              <a:t>For example, face authentication can ensure that only the appropriate person has access to sensitive information that is intended specifically for them.</a:t>
            </a:r>
            <a:endParaRPr lang="en-IN" sz="2000"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endParaRPr lang="en-IN" dirty="0">
              <a:latin typeface="Bell MT" panose="02020503060305020303" pitchFamily="18" charset="0"/>
            </a:endParaRPr>
          </a:p>
          <a:p>
            <a:pPr algn="ctr"/>
            <a:r>
              <a:rPr lang="en-IN" dirty="0">
                <a:latin typeface="Bell MT" panose="02020503060305020303" pitchFamily="18" charset="0"/>
              </a:rPr>
              <a:t>                      </a:t>
            </a:r>
          </a:p>
        </p:txBody>
      </p:sp>
      <p:sp>
        <p:nvSpPr>
          <p:cNvPr id="4" name="Rectangle 3">
            <a:extLst>
              <a:ext uri="{FF2B5EF4-FFF2-40B4-BE49-F238E27FC236}">
                <a16:creationId xmlns:a16="http://schemas.microsoft.com/office/drawing/2014/main" id="{FFA705EB-2E2F-1788-85EA-D50170A53FAD}"/>
              </a:ext>
            </a:extLst>
          </p:cNvPr>
          <p:cNvSpPr/>
          <p:nvPr/>
        </p:nvSpPr>
        <p:spPr>
          <a:xfrm>
            <a:off x="5042454" y="1808919"/>
            <a:ext cx="3011556" cy="4790661"/>
          </a:xfrm>
          <a:prstGeom prst="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sz="2600" dirty="0">
              <a:solidFill>
                <a:schemeClr val="accent2">
                  <a:lumMod val="75000"/>
                </a:schemeClr>
              </a:solidFill>
              <a:latin typeface="Arial Rounded MT Bold" panose="020F0704030504030204" pitchFamily="34" charset="0"/>
            </a:endParaRPr>
          </a:p>
          <a:p>
            <a:pPr algn="ctr"/>
            <a:endParaRPr lang="en-IN" sz="2600" dirty="0">
              <a:solidFill>
                <a:schemeClr val="accent2">
                  <a:lumMod val="75000"/>
                </a:schemeClr>
              </a:solidFill>
              <a:latin typeface="Arial Rounded MT Bold" panose="020F0704030504030204" pitchFamily="34" charset="0"/>
            </a:endParaRPr>
          </a:p>
          <a:p>
            <a:pPr algn="ctr"/>
            <a:endParaRPr lang="en-IN" sz="2600" dirty="0">
              <a:solidFill>
                <a:schemeClr val="accent2">
                  <a:lumMod val="75000"/>
                </a:schemeClr>
              </a:solidFill>
              <a:latin typeface="Arial Rounded MT Bold" panose="020F0704030504030204" pitchFamily="34" charset="0"/>
            </a:endParaRPr>
          </a:p>
          <a:p>
            <a:pPr algn="ctr"/>
            <a:endParaRPr lang="en-IN" sz="2600" dirty="0">
              <a:solidFill>
                <a:schemeClr val="accent2">
                  <a:lumMod val="75000"/>
                </a:schemeClr>
              </a:solidFill>
              <a:latin typeface="Arial Rounded MT Bold" panose="020F0704030504030204" pitchFamily="34" charset="0"/>
            </a:endParaRPr>
          </a:p>
          <a:p>
            <a:pPr algn="ctr"/>
            <a:endParaRPr lang="en-IN" sz="2600" dirty="0">
              <a:solidFill>
                <a:schemeClr val="accent2">
                  <a:lumMod val="75000"/>
                </a:schemeClr>
              </a:solidFill>
              <a:latin typeface="Arial Rounded MT Bold" panose="020F0704030504030204" pitchFamily="34" charset="0"/>
            </a:endParaRPr>
          </a:p>
          <a:p>
            <a:pPr algn="ctr"/>
            <a:endParaRPr lang="en-IN" sz="2600"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marL="285750" indent="-285750" algn="ctr">
              <a:buFont typeface="Wingdings" panose="05000000000000000000" pitchFamily="2" charset="2"/>
              <a:buChar char="Ø"/>
            </a:pPr>
            <a:endParaRPr lang="en-US" sz="2000" dirty="0">
              <a:latin typeface="Bell MT" panose="02020503060305020303" pitchFamily="18" charset="0"/>
            </a:endParaRPr>
          </a:p>
          <a:p>
            <a:pPr marL="285750" indent="-285750" algn="ctr">
              <a:buFont typeface="Wingdings" panose="05000000000000000000" pitchFamily="2" charset="2"/>
              <a:buChar char="Ø"/>
            </a:pPr>
            <a:endParaRPr lang="en-US" sz="2000" dirty="0">
              <a:latin typeface="Bell MT" panose="02020503060305020303" pitchFamily="18" charset="0"/>
            </a:endParaRPr>
          </a:p>
          <a:p>
            <a:pPr marL="285750" indent="-285750" algn="ctr">
              <a:buFont typeface="Wingdings" panose="05000000000000000000" pitchFamily="2" charset="2"/>
              <a:buChar char="Ø"/>
            </a:pPr>
            <a:endParaRPr lang="en-US" sz="2000" dirty="0">
              <a:latin typeface="Bell MT" panose="02020503060305020303" pitchFamily="18" charset="0"/>
            </a:endParaRPr>
          </a:p>
          <a:p>
            <a:pPr marL="285750" indent="-285750" algn="ctr">
              <a:buFont typeface="Wingdings" panose="05000000000000000000" pitchFamily="2" charset="2"/>
              <a:buChar char="Ø"/>
            </a:pPr>
            <a:r>
              <a:rPr lang="en-US" sz="2000" dirty="0">
                <a:latin typeface="Bell MT" panose="02020503060305020303" pitchFamily="18" charset="0"/>
              </a:rPr>
              <a:t>Customer service teams can get feedback from customers by using AI.</a:t>
            </a:r>
            <a:endParaRPr lang="en-IN" sz="2000" dirty="0">
              <a:solidFill>
                <a:schemeClr val="bg1"/>
              </a:solidFill>
              <a:latin typeface="Bell MT" panose="02020503060305020303" pitchFamily="18" charset="0"/>
            </a:endParaRPr>
          </a:p>
          <a:p>
            <a:pPr algn="ctr"/>
            <a:endParaRPr lang="en-IN" sz="2000" dirty="0">
              <a:solidFill>
                <a:schemeClr val="accent2">
                  <a:lumMod val="75000"/>
                </a:schemeClr>
              </a:solidFill>
              <a:latin typeface="Bell MT" panose="02020503060305020303" pitchFamily="18" charset="0"/>
            </a:endParaRPr>
          </a:p>
          <a:p>
            <a:pPr marL="342900" indent="-342900" algn="ctr">
              <a:buFont typeface="Wingdings" panose="05000000000000000000" pitchFamily="2" charset="2"/>
              <a:buChar char="Ø"/>
            </a:pPr>
            <a:r>
              <a:rPr lang="en-US" sz="2000" dirty="0">
                <a:latin typeface="Bell MT" panose="02020503060305020303" pitchFamily="18" charset="0"/>
              </a:rPr>
              <a:t>For example, AI-powered information can provide agents with information on client intent, language, and sentiment so they are aware of how to approach an encounter.</a:t>
            </a:r>
            <a:endParaRPr lang="en-IN" sz="2000" dirty="0">
              <a:solidFill>
                <a:schemeClr val="accent2">
                  <a:lumMod val="75000"/>
                </a:schemeClr>
              </a:solidFill>
              <a:latin typeface="Bell MT" panose="02020503060305020303" pitchFamily="18" charset="0"/>
            </a:endParaRPr>
          </a:p>
          <a:p>
            <a:pPr algn="ctr"/>
            <a:endParaRPr lang="en-IN" sz="2000" dirty="0">
              <a:solidFill>
                <a:schemeClr val="accent2">
                  <a:lumMod val="75000"/>
                </a:schemeClr>
              </a:solidFill>
              <a:latin typeface="Bell MT" panose="02020503060305020303" pitchFamily="18" charset="0"/>
            </a:endParaRPr>
          </a:p>
          <a:p>
            <a:pPr algn="ctr"/>
            <a:endParaRPr lang="en-IN" sz="2000" dirty="0">
              <a:solidFill>
                <a:schemeClr val="accent2">
                  <a:lumMod val="75000"/>
                </a:schemeClr>
              </a:solidFill>
              <a:latin typeface="Bell MT" panose="02020503060305020303" pitchFamily="18" charset="0"/>
            </a:endParaRPr>
          </a:p>
          <a:p>
            <a:pPr algn="ctr"/>
            <a:endParaRPr lang="en-IN" sz="2000" dirty="0">
              <a:solidFill>
                <a:schemeClr val="accent2">
                  <a:lumMod val="75000"/>
                </a:schemeClr>
              </a:solidFill>
              <a:latin typeface="Bell MT" panose="02020503060305020303" pitchFamily="18"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solidFill>
                <a:schemeClr val="accent2">
                  <a:lumMod val="75000"/>
                </a:schemeClr>
              </a:solidFill>
              <a:latin typeface="Arial Rounded MT Bold" panose="020F0704030504030204" pitchFamily="34" charset="0"/>
            </a:endParaRPr>
          </a:p>
          <a:p>
            <a:pPr algn="ctr"/>
            <a:endParaRPr lang="en-IN" dirty="0"/>
          </a:p>
          <a:p>
            <a:pPr algn="ctr"/>
            <a:endParaRPr lang="en-IN" dirty="0"/>
          </a:p>
          <a:p>
            <a:pPr algn="ctr"/>
            <a:endParaRPr lang="en-IN" dirty="0"/>
          </a:p>
        </p:txBody>
      </p:sp>
      <p:sp>
        <p:nvSpPr>
          <p:cNvPr id="5" name="Rectangle 4">
            <a:extLst>
              <a:ext uri="{FF2B5EF4-FFF2-40B4-BE49-F238E27FC236}">
                <a16:creationId xmlns:a16="http://schemas.microsoft.com/office/drawing/2014/main" id="{0F792C9E-A342-2D35-88A7-80699937362C}"/>
              </a:ext>
            </a:extLst>
          </p:cNvPr>
          <p:cNvSpPr/>
          <p:nvPr/>
        </p:nvSpPr>
        <p:spPr>
          <a:xfrm>
            <a:off x="8594037" y="1808920"/>
            <a:ext cx="3011556" cy="4790661"/>
          </a:xfrm>
          <a:prstGeom prst="rect">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endParaRPr lang="en-IN" sz="2400" dirty="0">
              <a:solidFill>
                <a:schemeClr val="accent2">
                  <a:lumMod val="75000"/>
                </a:schemeClr>
              </a:solidFill>
              <a:latin typeface="Arial Rounded MT Bold" panose="020F0704030504030204" pitchFamily="34" charset="0"/>
            </a:endParaRPr>
          </a:p>
          <a:p>
            <a:pPr algn="ctr"/>
            <a:r>
              <a:rPr lang="en-IN" sz="2400" dirty="0">
                <a:solidFill>
                  <a:schemeClr val="accent2">
                    <a:lumMod val="75000"/>
                  </a:schemeClr>
                </a:solidFill>
                <a:latin typeface="Arial Rounded MT Bold" panose="020F0704030504030204" pitchFamily="34" charset="0"/>
              </a:rPr>
              <a:t>Recommendation systems</a:t>
            </a:r>
          </a:p>
          <a:p>
            <a:pPr algn="ctr"/>
            <a:endParaRPr lang="en-IN" sz="2800" dirty="0">
              <a:solidFill>
                <a:schemeClr val="accent2">
                  <a:lumMod val="75000"/>
                </a:schemeClr>
              </a:solidFill>
              <a:latin typeface="Bell MT" panose="02020503060305020303" pitchFamily="18" charset="0"/>
            </a:endParaRPr>
          </a:p>
          <a:p>
            <a:pPr marL="285750" indent="-285750" algn="ctr">
              <a:buFont typeface="Wingdings" panose="05000000000000000000" pitchFamily="2" charset="2"/>
              <a:buChar char="Ø"/>
            </a:pPr>
            <a:r>
              <a:rPr lang="en-US" sz="2000" dirty="0">
                <a:latin typeface="Bell MT" panose="02020503060305020303" pitchFamily="18" charset="0"/>
              </a:rPr>
              <a:t>AI content recommendations help people stay engaged and informed.</a:t>
            </a:r>
            <a:endParaRPr lang="en-IN" sz="2000" dirty="0">
              <a:latin typeface="Bell MT" panose="02020503060305020303" pitchFamily="18" charset="0"/>
            </a:endParaRPr>
          </a:p>
          <a:p>
            <a:pPr algn="ctr"/>
            <a:endParaRPr lang="en-IN" sz="2000" dirty="0">
              <a:latin typeface="Bell MT" panose="02020503060305020303" pitchFamily="18" charset="0"/>
            </a:endParaRPr>
          </a:p>
          <a:p>
            <a:pPr marL="285750" indent="-285750" algn="ctr">
              <a:buFont typeface="Wingdings" panose="05000000000000000000" pitchFamily="2" charset="2"/>
              <a:buChar char="Ø"/>
            </a:pPr>
            <a:r>
              <a:rPr lang="en-US" sz="2000" dirty="0">
                <a:latin typeface="Bell MT" panose="02020503060305020303" pitchFamily="18" charset="0"/>
              </a:rPr>
              <a:t>For example, Virtual(Siri and Alexa.), Personalized content on streaming platforms, Apps that suggest best routes based on traffic.</a:t>
            </a:r>
            <a:endParaRPr lang="en-IN" sz="2000" dirty="0">
              <a:latin typeface="Bell MT" panose="02020503060305020303" pitchFamily="18" charset="0"/>
            </a:endParaRP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7" name="Title 6">
            <a:extLst>
              <a:ext uri="{FF2B5EF4-FFF2-40B4-BE49-F238E27FC236}">
                <a16:creationId xmlns:a16="http://schemas.microsoft.com/office/drawing/2014/main" id="{1A824ADE-05FB-6AE6-00EA-0DCC1FE5C7A8}"/>
              </a:ext>
            </a:extLst>
          </p:cNvPr>
          <p:cNvSpPr>
            <a:spLocks noGrp="1"/>
          </p:cNvSpPr>
          <p:nvPr>
            <p:ph type="title"/>
          </p:nvPr>
        </p:nvSpPr>
        <p:spPr>
          <a:xfrm>
            <a:off x="3210339" y="586409"/>
            <a:ext cx="6112565" cy="755373"/>
          </a:xfrm>
          <a:solidFill>
            <a:schemeClr val="bg1"/>
          </a:solidFill>
          <a:ln w="28575">
            <a:solidFill>
              <a:schemeClr val="tx1"/>
            </a:solidFill>
          </a:ln>
          <a:effectLst>
            <a:innerShdw blurRad="63500" dist="50800" dir="16200000">
              <a:prstClr val="black">
                <a:alpha val="50000"/>
              </a:prstClr>
            </a:innerShdw>
          </a:effectLst>
        </p:spPr>
        <p:txBody>
          <a:bodyPr>
            <a:normAutofit fontScale="90000"/>
          </a:bodyPr>
          <a:lstStyle/>
          <a:p>
            <a:pPr algn="ctr"/>
            <a:r>
              <a:rPr lang="en-IN" sz="5400" dirty="0">
                <a:solidFill>
                  <a:schemeClr val="tx1"/>
                </a:solidFill>
                <a:latin typeface="Algerian" panose="04020705040A02060702" pitchFamily="82" charset="0"/>
              </a:rPr>
              <a:t>USE OF A.I.</a:t>
            </a:r>
          </a:p>
        </p:txBody>
      </p:sp>
      <p:sp>
        <p:nvSpPr>
          <p:cNvPr id="10" name="Rectangle 9">
            <a:extLst>
              <a:ext uri="{FF2B5EF4-FFF2-40B4-BE49-F238E27FC236}">
                <a16:creationId xmlns:a16="http://schemas.microsoft.com/office/drawing/2014/main" id="{E35E112A-D9E4-0F77-65F9-719ACAE8718E}"/>
              </a:ext>
            </a:extLst>
          </p:cNvPr>
          <p:cNvSpPr/>
          <p:nvPr/>
        </p:nvSpPr>
        <p:spPr>
          <a:xfrm>
            <a:off x="1441174" y="1972917"/>
            <a:ext cx="2673626" cy="854765"/>
          </a:xfrm>
          <a:prstGeom prst="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accent2">
                    <a:lumMod val="75000"/>
                  </a:schemeClr>
                </a:solidFill>
                <a:latin typeface="Arial Rounded MT Bold" panose="020F0704030504030204" pitchFamily="34" charset="0"/>
              </a:rPr>
              <a:t>Image and facial recognition</a:t>
            </a:r>
          </a:p>
        </p:txBody>
      </p:sp>
      <p:sp>
        <p:nvSpPr>
          <p:cNvPr id="11" name="Rectangle 10">
            <a:extLst>
              <a:ext uri="{FF2B5EF4-FFF2-40B4-BE49-F238E27FC236}">
                <a16:creationId xmlns:a16="http://schemas.microsoft.com/office/drawing/2014/main" id="{6B868513-78C7-BEC6-CF26-3DA4C16B1432}"/>
              </a:ext>
            </a:extLst>
          </p:cNvPr>
          <p:cNvSpPr/>
          <p:nvPr/>
        </p:nvSpPr>
        <p:spPr>
          <a:xfrm>
            <a:off x="5141845" y="1940614"/>
            <a:ext cx="2812774" cy="919370"/>
          </a:xfrm>
          <a:prstGeom prst="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accent2">
                    <a:lumMod val="75000"/>
                  </a:schemeClr>
                </a:solidFill>
                <a:latin typeface="Arial Rounded MT Bold" panose="020F0704030504030204" pitchFamily="34" charset="0"/>
              </a:rPr>
              <a:t>Customer service</a:t>
            </a:r>
          </a:p>
        </p:txBody>
      </p:sp>
      <p:sp>
        <p:nvSpPr>
          <p:cNvPr id="12" name="Rectangle 11">
            <a:extLst>
              <a:ext uri="{FF2B5EF4-FFF2-40B4-BE49-F238E27FC236}">
                <a16:creationId xmlns:a16="http://schemas.microsoft.com/office/drawing/2014/main" id="{81E687B7-82EC-9DEC-70B5-5A196EC884DF}"/>
              </a:ext>
            </a:extLst>
          </p:cNvPr>
          <p:cNvSpPr/>
          <p:nvPr/>
        </p:nvSpPr>
        <p:spPr>
          <a:xfrm>
            <a:off x="8743124" y="1940615"/>
            <a:ext cx="2713382" cy="887067"/>
          </a:xfrm>
          <a:prstGeom prst="rect">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accent2">
                    <a:lumMod val="75000"/>
                  </a:schemeClr>
                </a:solidFill>
                <a:latin typeface="Arial Rounded MT Bold" panose="020F0704030504030204" pitchFamily="34" charset="0"/>
              </a:rPr>
              <a:t>Recommendation systems</a:t>
            </a:r>
          </a:p>
        </p:txBody>
      </p:sp>
      <p:pic>
        <p:nvPicPr>
          <p:cNvPr id="6" name="Graphic 5" descr="Books on shelf">
            <a:extLst>
              <a:ext uri="{FF2B5EF4-FFF2-40B4-BE49-F238E27FC236}">
                <a16:creationId xmlns:a16="http://schemas.microsoft.com/office/drawing/2014/main" id="{69C46414-BA9E-D384-4016-87A60D4B86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25000" y="387626"/>
            <a:ext cx="1119809" cy="1093304"/>
          </a:xfrm>
          <a:prstGeom prst="rect">
            <a:avLst/>
          </a:prstGeom>
        </p:spPr>
      </p:pic>
      <p:pic>
        <p:nvPicPr>
          <p:cNvPr id="13" name="Graphic 12" descr="Books on shelf">
            <a:extLst>
              <a:ext uri="{FF2B5EF4-FFF2-40B4-BE49-F238E27FC236}">
                <a16:creationId xmlns:a16="http://schemas.microsoft.com/office/drawing/2014/main" id="{58131E49-1B43-8D6E-0288-1889E285DD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89482" y="417443"/>
            <a:ext cx="1119809" cy="1093304"/>
          </a:xfrm>
          <a:prstGeom prst="rect">
            <a:avLst/>
          </a:prstGeom>
        </p:spPr>
      </p:pic>
    </p:spTree>
    <p:extLst>
      <p:ext uri="{BB962C8B-B14F-4D97-AF65-F5344CB8AC3E}">
        <p14:creationId xmlns:p14="http://schemas.microsoft.com/office/powerpoint/2010/main" val="40991016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9716-860E-382C-E6EB-335C8C43EB1F}"/>
              </a:ext>
            </a:extLst>
          </p:cNvPr>
          <p:cNvSpPr>
            <a:spLocks noGrp="1"/>
          </p:cNvSpPr>
          <p:nvPr>
            <p:ph type="title"/>
          </p:nvPr>
        </p:nvSpPr>
        <p:spPr>
          <a:xfrm>
            <a:off x="2584173" y="347869"/>
            <a:ext cx="6838121" cy="805070"/>
          </a:xfrm>
          <a:solidFill>
            <a:schemeClr val="bg1"/>
          </a:solidFill>
          <a:ln w="28575">
            <a:solidFill>
              <a:schemeClr val="tx1"/>
            </a:solidFill>
          </a:ln>
          <a:effectLst>
            <a:outerShdw blurRad="50800" dist="38100" dir="5400000" algn="t" rotWithShape="0">
              <a:prstClr val="black">
                <a:alpha val="40000"/>
              </a:prstClr>
            </a:outerShdw>
          </a:effectLst>
        </p:spPr>
        <p:txBody>
          <a:bodyPr>
            <a:noAutofit/>
          </a:bodyPr>
          <a:lstStyle/>
          <a:p>
            <a:pPr algn="ctr">
              <a:lnSpc>
                <a:spcPct val="100000"/>
              </a:lnSpc>
            </a:pPr>
            <a:r>
              <a:rPr lang="en-IN" b="1" dirty="0">
                <a:solidFill>
                  <a:schemeClr val="tx1"/>
                </a:solidFill>
                <a:effectLst/>
                <a:latin typeface="Algerian" panose="04020705040A02060702" pitchFamily="82" charset="0"/>
              </a:rPr>
              <a:t>The Future of AI</a:t>
            </a:r>
            <a:br>
              <a:rPr lang="en-IN" b="1" dirty="0">
                <a:solidFill>
                  <a:schemeClr val="tx1"/>
                </a:solidFill>
                <a:effectLst/>
                <a:latin typeface="Algerian" panose="04020705040A02060702" pitchFamily="82" charset="0"/>
              </a:rPr>
            </a:br>
            <a:endParaRPr lang="en-IN" dirty="0">
              <a:solidFill>
                <a:schemeClr val="tx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E447F50B-1CF8-7CE5-220C-AE1BF3D3CEC3}"/>
              </a:ext>
            </a:extLst>
          </p:cNvPr>
          <p:cNvSpPr>
            <a:spLocks noGrp="1"/>
          </p:cNvSpPr>
          <p:nvPr>
            <p:ph idx="1"/>
          </p:nvPr>
        </p:nvSpPr>
        <p:spPr>
          <a:xfrm>
            <a:off x="1371600" y="1510748"/>
            <a:ext cx="9601200" cy="4929809"/>
          </a:xfrm>
          <a:solidFill>
            <a:schemeClr val="accent5">
              <a:lumMod val="75000"/>
            </a:schemeClr>
          </a:solidFill>
        </p:spPr>
        <p:txBody>
          <a:bodyPr>
            <a:normAutofit/>
          </a:bodyPr>
          <a:lstStyle/>
          <a:p>
            <a:r>
              <a:rPr lang="en-US" b="0" i="0" dirty="0">
                <a:solidFill>
                  <a:schemeClr val="bg1"/>
                </a:solidFill>
                <a:effectLst/>
                <a:latin typeface="Bell MT" panose="02020503060305020303" pitchFamily="18" charset="0"/>
              </a:rPr>
              <a:t> Artificial Intelligence (AI) is a revolutionary field of computer science, which is ready to become the main component of various emerging technologies like </a:t>
            </a:r>
            <a:r>
              <a:rPr lang="en-US" b="1" i="0" dirty="0">
                <a:solidFill>
                  <a:schemeClr val="bg1"/>
                </a:solidFill>
                <a:effectLst/>
                <a:latin typeface="Bell MT" panose="02020503060305020303" pitchFamily="18" charset="0"/>
              </a:rPr>
              <a:t>big data, robotics, and IoT</a:t>
            </a:r>
            <a:r>
              <a:rPr lang="en-US" b="0" i="0" dirty="0">
                <a:solidFill>
                  <a:schemeClr val="bg1"/>
                </a:solidFill>
                <a:effectLst/>
                <a:latin typeface="Bell MT" panose="02020503060305020303" pitchFamily="18" charset="0"/>
              </a:rPr>
              <a:t>. It will continue to act as a technological innovator in the coming years. In just a few years, AI has become a reality from fantasy. At this time, we live in a world of Artificial Intelligence that was just a story though for some years.</a:t>
            </a:r>
          </a:p>
          <a:p>
            <a:pPr algn="just"/>
            <a:r>
              <a:rPr lang="en-US" b="0" i="0" dirty="0">
                <a:solidFill>
                  <a:schemeClr val="bg1"/>
                </a:solidFill>
                <a:effectLst/>
                <a:latin typeface="Bell MT" panose="02020503060305020303" pitchFamily="18" charset="0"/>
              </a:rPr>
              <a:t>We are using AI technology in our daily lives either unknowingly or knowingly, and somewhere it has become a part of our life. Ranging from Alexa/Siri to Chatbots, everyone is carrying AI in their daily routine. The development and evolution of this technology are happening at a rapid pace. However, it was not as smooth and easy as it seemed to us. It has taken several years and lots of hard work &amp; contributions of various people to take AI at this stage. Being so revolutionary technology, AI also deals with many controversies about its future and impact on Human beings. It may be dangerous, but also a great opportunity. AI will be deployed to enhance both defensive and offensive cyber operations. Additionally, new means of cyber-attack will be invented to take advantage of particular vulnerabilities of AI technology.</a:t>
            </a:r>
          </a:p>
          <a:p>
            <a:endParaRPr lang="en-IN" dirty="0"/>
          </a:p>
        </p:txBody>
      </p:sp>
      <p:pic>
        <p:nvPicPr>
          <p:cNvPr id="5" name="Graphic 4" descr="Bar graph with downward trend">
            <a:extLst>
              <a:ext uri="{FF2B5EF4-FFF2-40B4-BE49-F238E27FC236}">
                <a16:creationId xmlns:a16="http://schemas.microsoft.com/office/drawing/2014/main" id="{4045D20D-7ED1-171A-2F96-3359F7B011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71600" y="293203"/>
            <a:ext cx="1027040" cy="969065"/>
          </a:xfrm>
          <a:prstGeom prst="rect">
            <a:avLst/>
          </a:prstGeom>
        </p:spPr>
      </p:pic>
      <p:pic>
        <p:nvPicPr>
          <p:cNvPr id="7" name="Graphic 6" descr="Bar graph with upward trend">
            <a:extLst>
              <a:ext uri="{FF2B5EF4-FFF2-40B4-BE49-F238E27FC236}">
                <a16:creationId xmlns:a16="http://schemas.microsoft.com/office/drawing/2014/main" id="{06B38601-6BD9-B5C4-74CF-DE78D4D156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7827" y="293203"/>
            <a:ext cx="1027040" cy="969066"/>
          </a:xfrm>
          <a:prstGeom prst="rect">
            <a:avLst/>
          </a:prstGeom>
        </p:spPr>
      </p:pic>
    </p:spTree>
    <p:extLst>
      <p:ext uri="{BB962C8B-B14F-4D97-AF65-F5344CB8AC3E}">
        <p14:creationId xmlns:p14="http://schemas.microsoft.com/office/powerpoint/2010/main" val="21994606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503B0-FC8F-F261-A8A3-D6C4E0D0F093}"/>
              </a:ext>
            </a:extLst>
          </p:cNvPr>
          <p:cNvSpPr>
            <a:spLocks noGrp="1"/>
          </p:cNvSpPr>
          <p:nvPr>
            <p:ph type="title"/>
          </p:nvPr>
        </p:nvSpPr>
        <p:spPr>
          <a:xfrm>
            <a:off x="3866322" y="636104"/>
            <a:ext cx="4760843" cy="894522"/>
          </a:xfrm>
          <a:solidFill>
            <a:schemeClr val="bg1"/>
          </a:solidFill>
          <a:ln w="28575">
            <a:solidFill>
              <a:schemeClr val="tx1"/>
            </a:solidFill>
          </a:ln>
          <a:effectLst>
            <a:outerShdw blurRad="50800" dist="38100" dir="5400000" algn="t" rotWithShape="0">
              <a:prstClr val="black">
                <a:alpha val="40000"/>
              </a:prstClr>
            </a:outerShdw>
          </a:effectLst>
        </p:spPr>
        <p:txBody>
          <a:bodyPr>
            <a:noAutofit/>
          </a:bodyPr>
          <a:lstStyle/>
          <a:p>
            <a:r>
              <a:rPr lang="en-IN" sz="3400" dirty="0">
                <a:latin typeface="Algerian" panose="04020705040A02060702" pitchFamily="82" charset="0"/>
              </a:rPr>
              <a:t>How we can use A.I. responsibly? </a:t>
            </a:r>
            <a:br>
              <a:rPr lang="en-IN" sz="3400" dirty="0">
                <a:latin typeface="Algerian" panose="04020705040A02060702" pitchFamily="82" charset="0"/>
              </a:rPr>
            </a:br>
            <a:endParaRPr lang="en-IN" sz="3400" dirty="0">
              <a:latin typeface="Algerian" panose="04020705040A02060702" pitchFamily="82" charset="0"/>
            </a:endParaRPr>
          </a:p>
        </p:txBody>
      </p:sp>
      <p:sp>
        <p:nvSpPr>
          <p:cNvPr id="3" name="Content Placeholder 2">
            <a:extLst>
              <a:ext uri="{FF2B5EF4-FFF2-40B4-BE49-F238E27FC236}">
                <a16:creationId xmlns:a16="http://schemas.microsoft.com/office/drawing/2014/main" id="{5C47F838-C7AE-115B-94CB-73B222C5CCE2}"/>
              </a:ext>
            </a:extLst>
          </p:cNvPr>
          <p:cNvSpPr>
            <a:spLocks noGrp="1"/>
          </p:cNvSpPr>
          <p:nvPr>
            <p:ph idx="1"/>
          </p:nvPr>
        </p:nvSpPr>
        <p:spPr>
          <a:xfrm>
            <a:off x="1073427" y="1769165"/>
            <a:ext cx="10853530" cy="4870174"/>
          </a:xfrm>
          <a:solidFill>
            <a:schemeClr val="accent5">
              <a:lumMod val="75000"/>
            </a:schemeClr>
          </a:solidFill>
        </p:spPr>
        <p:txBody>
          <a:bodyPr>
            <a:normAutofit/>
          </a:bodyPr>
          <a:lstStyle/>
          <a:p>
            <a:r>
              <a:rPr lang="en-US" sz="2400" dirty="0">
                <a:solidFill>
                  <a:schemeClr val="bg1"/>
                </a:solidFill>
                <a:latin typeface="Bell MT" panose="02020503060305020303" pitchFamily="18" charset="0"/>
              </a:rPr>
              <a:t>People should use their own creativity, not copy off of AI! AI is just a tool for efficiency!</a:t>
            </a:r>
          </a:p>
          <a:p>
            <a:r>
              <a:rPr lang="en-US" sz="2400" dirty="0">
                <a:solidFill>
                  <a:schemeClr val="bg1"/>
                </a:solidFill>
                <a:latin typeface="Bell MT" panose="02020503060305020303" pitchFamily="18" charset="0"/>
              </a:rPr>
              <a:t>AI can help do repetitive work for humans, but humans should still be prioritized. Create a culture that utilizes creativity, empathy, and dexterity from humans and AI for increased efficiency.</a:t>
            </a:r>
          </a:p>
          <a:p>
            <a:r>
              <a:rPr lang="en-US" sz="2400" dirty="0">
                <a:solidFill>
                  <a:schemeClr val="bg1"/>
                </a:solidFill>
                <a:latin typeface="Bell MT" panose="02020503060305020303" pitchFamily="18" charset="0"/>
              </a:rPr>
              <a:t>There needs to be fairness in AI which entails identifying and eliminating discrimination while also encouraging diversity and inclusion. This is can be done by using training models with equal representation.</a:t>
            </a:r>
          </a:p>
          <a:p>
            <a:r>
              <a:rPr lang="en-US" sz="2400" dirty="0">
                <a:solidFill>
                  <a:schemeClr val="bg1"/>
                </a:solidFill>
                <a:latin typeface="Bell MT" panose="02020503060305020303" pitchFamily="18" charset="0"/>
              </a:rPr>
              <a:t>Businesses should adopt strong security measures, limit access to sensitive data, and anonymize data whenever possible to secure data privacy with AI and ML technologies</a:t>
            </a:r>
            <a:endParaRPr lang="en-US" sz="2800" dirty="0">
              <a:solidFill>
                <a:schemeClr val="bg1"/>
              </a:solidFill>
              <a:latin typeface="Bell MT" panose="02020503060305020303" pitchFamily="18" charset="0"/>
            </a:endParaRPr>
          </a:p>
          <a:p>
            <a:endParaRPr lang="en-IN" sz="2400" dirty="0">
              <a:solidFill>
                <a:schemeClr val="bg1"/>
              </a:solidFill>
              <a:latin typeface="Bell MT" panose="02020503060305020303" pitchFamily="18" charset="0"/>
            </a:endParaRPr>
          </a:p>
        </p:txBody>
      </p:sp>
      <p:pic>
        <p:nvPicPr>
          <p:cNvPr id="5" name="Graphic 4" descr="Meeting">
            <a:extLst>
              <a:ext uri="{FF2B5EF4-FFF2-40B4-BE49-F238E27FC236}">
                <a16:creationId xmlns:a16="http://schemas.microsoft.com/office/drawing/2014/main" id="{9F351D29-59D8-D0F9-3DF3-00FC3AAF76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78347" y="437322"/>
            <a:ext cx="1199324" cy="1093304"/>
          </a:xfrm>
          <a:prstGeom prst="rect">
            <a:avLst/>
          </a:prstGeom>
        </p:spPr>
      </p:pic>
      <p:pic>
        <p:nvPicPr>
          <p:cNvPr id="6" name="Graphic 5" descr="Meeting">
            <a:extLst>
              <a:ext uri="{FF2B5EF4-FFF2-40B4-BE49-F238E27FC236}">
                <a16:creationId xmlns:a16="http://schemas.microsoft.com/office/drawing/2014/main" id="{81CE0D56-A952-DEEA-0524-E4585BF31F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5816" y="536713"/>
            <a:ext cx="1199324" cy="1093304"/>
          </a:xfrm>
          <a:prstGeom prst="rect">
            <a:avLst/>
          </a:prstGeom>
        </p:spPr>
      </p:pic>
    </p:spTree>
    <p:extLst>
      <p:ext uri="{BB962C8B-B14F-4D97-AF65-F5344CB8AC3E}">
        <p14:creationId xmlns:p14="http://schemas.microsoft.com/office/powerpoint/2010/main" val="23634644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3A70-45EA-7370-8010-37782C53F0DF}"/>
              </a:ext>
            </a:extLst>
          </p:cNvPr>
          <p:cNvSpPr>
            <a:spLocks noGrp="1"/>
          </p:cNvSpPr>
          <p:nvPr>
            <p:ph type="title"/>
          </p:nvPr>
        </p:nvSpPr>
        <p:spPr>
          <a:xfrm>
            <a:off x="3766930" y="523461"/>
            <a:ext cx="5138531" cy="934278"/>
          </a:xfrm>
          <a:solidFill>
            <a:schemeClr val="bg1"/>
          </a:solidFill>
          <a:ln w="28575">
            <a:solidFill>
              <a:schemeClr val="tx1"/>
            </a:solidFill>
          </a:ln>
          <a:effectLst>
            <a:outerShdw blurRad="50800" dist="38100" dir="5400000" algn="t" rotWithShape="0">
              <a:prstClr val="black">
                <a:alpha val="40000"/>
              </a:prstClr>
            </a:outerShdw>
          </a:effectLst>
        </p:spPr>
        <p:txBody>
          <a:bodyPr>
            <a:normAutofit fontScale="90000"/>
          </a:bodyPr>
          <a:lstStyle/>
          <a:p>
            <a:pPr algn="ctr">
              <a:lnSpc>
                <a:spcPct val="100000"/>
              </a:lnSpc>
            </a:pPr>
            <a:r>
              <a:rPr lang="en-IN" sz="4900" dirty="0">
                <a:latin typeface="Algerian" panose="04020705040A02060702" pitchFamily="82" charset="0"/>
              </a:rPr>
              <a:t>CONCLUSION</a:t>
            </a:r>
            <a:br>
              <a:rPr lang="en-IN" sz="4400" dirty="0"/>
            </a:br>
            <a:endParaRPr lang="en-IN" dirty="0"/>
          </a:p>
        </p:txBody>
      </p:sp>
      <p:sp>
        <p:nvSpPr>
          <p:cNvPr id="3" name="Content Placeholder 2">
            <a:extLst>
              <a:ext uri="{FF2B5EF4-FFF2-40B4-BE49-F238E27FC236}">
                <a16:creationId xmlns:a16="http://schemas.microsoft.com/office/drawing/2014/main" id="{9E73D8F4-E38C-34B4-D384-9A2F2005C1B0}"/>
              </a:ext>
            </a:extLst>
          </p:cNvPr>
          <p:cNvSpPr>
            <a:spLocks noGrp="1"/>
          </p:cNvSpPr>
          <p:nvPr>
            <p:ph idx="1"/>
          </p:nvPr>
        </p:nvSpPr>
        <p:spPr>
          <a:xfrm>
            <a:off x="1610139" y="1669774"/>
            <a:ext cx="9601200" cy="4903305"/>
          </a:xfrm>
          <a:solidFill>
            <a:schemeClr val="accent5">
              <a:lumMod val="75000"/>
            </a:schemeClr>
          </a:solidFill>
        </p:spPr>
        <p:txBody>
          <a:bodyPr>
            <a:normAutofit/>
          </a:bodyPr>
          <a:lstStyle/>
          <a:p>
            <a:r>
              <a:rPr lang="en-US" sz="2800" b="0" i="0" dirty="0">
                <a:solidFill>
                  <a:schemeClr val="bg1"/>
                </a:solidFill>
                <a:effectLst/>
                <a:latin typeface="Bell MT" panose="02020503060305020303" pitchFamily="18" charset="0"/>
              </a:rPr>
              <a:t>In conclusion, the future scope of Artificial Intelligence is vast and promising. AI's potential to transform industries, improve our lives, and solve global challenges is awe-inspiring. However, as we embrace this future, we must remain vigilant about ethical considerations and ensure that AI serves humanity's best interests. Learning AI can be highly beneficial due to its increasing future scope in Artificial Intelligence you can learn about AI from these Top five Artificial Intelligence institutes in Pitampura</a:t>
            </a:r>
            <a:endParaRPr lang="en-IN" sz="2800" dirty="0">
              <a:solidFill>
                <a:schemeClr val="bg1"/>
              </a:solidFill>
              <a:latin typeface="Bell MT" panose="02020503060305020303" pitchFamily="18" charset="0"/>
            </a:endParaRPr>
          </a:p>
        </p:txBody>
      </p:sp>
      <p:pic>
        <p:nvPicPr>
          <p:cNvPr id="8" name="Graphic 7" descr="Newspaper">
            <a:extLst>
              <a:ext uri="{FF2B5EF4-FFF2-40B4-BE49-F238E27FC236}">
                <a16:creationId xmlns:a16="http://schemas.microsoft.com/office/drawing/2014/main" id="{AEAFBC9A-E6F6-1A5F-45A2-E36938DBA4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11878" y="387626"/>
            <a:ext cx="1155052" cy="1050235"/>
          </a:xfrm>
          <a:prstGeom prst="rect">
            <a:avLst/>
          </a:prstGeom>
        </p:spPr>
      </p:pic>
      <p:pic>
        <p:nvPicPr>
          <p:cNvPr id="11" name="Graphic 10" descr="Newspaper">
            <a:extLst>
              <a:ext uri="{FF2B5EF4-FFF2-40B4-BE49-F238E27FC236}">
                <a16:creationId xmlns:a16="http://schemas.microsoft.com/office/drawing/2014/main" id="{AC6BFB64-D9A7-AC0D-50C6-B638EF5484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15383" y="387625"/>
            <a:ext cx="1155052" cy="1050235"/>
          </a:xfrm>
          <a:prstGeom prst="rect">
            <a:avLst/>
          </a:prstGeom>
        </p:spPr>
      </p:pic>
    </p:spTree>
    <p:extLst>
      <p:ext uri="{BB962C8B-B14F-4D97-AF65-F5344CB8AC3E}">
        <p14:creationId xmlns:p14="http://schemas.microsoft.com/office/powerpoint/2010/main" val="47302387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D3E59C-3F20-86D6-7E77-DA3E7B39E021}"/>
              </a:ext>
            </a:extLst>
          </p:cNvPr>
          <p:cNvSpPr/>
          <p:nvPr/>
        </p:nvSpPr>
        <p:spPr>
          <a:xfrm>
            <a:off x="1828800" y="536713"/>
            <a:ext cx="9750287" cy="5844209"/>
          </a:xfrm>
          <a:prstGeom prst="rect">
            <a:avLst/>
          </a:prstGeom>
          <a:solidFill>
            <a:schemeClr val="accent5">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1500" dirty="0">
                <a:solidFill>
                  <a:schemeClr val="bg1"/>
                </a:solidFill>
                <a:latin typeface="Algerian" panose="04020705040A02060702" pitchFamily="82" charset="0"/>
              </a:rPr>
              <a:t>THANK </a:t>
            </a:r>
          </a:p>
          <a:p>
            <a:pPr algn="ctr"/>
            <a:r>
              <a:rPr lang="en-US" sz="11500" dirty="0">
                <a:solidFill>
                  <a:schemeClr val="bg1"/>
                </a:solidFill>
                <a:latin typeface="Algerian" panose="04020705040A02060702" pitchFamily="82" charset="0"/>
              </a:rPr>
              <a:t>YOU</a:t>
            </a:r>
            <a:endParaRPr lang="en-IN" sz="115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7893096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D9A38F-9A2C-42E5-9013-4C4B1FFCB4F6}">
  <ds:schemaRef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45FB24-BEC6-4D44-888B-84AEBBA2DC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335</TotalTime>
  <Words>704</Words>
  <Application>Microsoft Office PowerPoint</Application>
  <PresentationFormat>Widescreen</PresentationFormat>
  <Paragraphs>120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Arial Rounded MT Bold</vt:lpstr>
      <vt:lpstr>Bell MT</vt:lpstr>
      <vt:lpstr>Calibri</vt:lpstr>
      <vt:lpstr>Franklin Gothic Book</vt:lpstr>
      <vt:lpstr>Wingdings</vt:lpstr>
      <vt:lpstr>Crop</vt:lpstr>
      <vt:lpstr>ARTIFICAL INTELLIGENCE</vt:lpstr>
      <vt:lpstr>CONTENTS</vt:lpstr>
      <vt:lpstr>PowerPoint Presentation</vt:lpstr>
      <vt:lpstr>USE OF A.I.</vt:lpstr>
      <vt:lpstr>The Future of AI </vt:lpstr>
      <vt:lpstr>How we can use A.I. responsibly?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ARTIFICAL INTELLIGENCE</dc:title>
  <dc:creator>Shivani Agnihotri</dc:creator>
  <cp:lastModifiedBy>Shivani Agnihotri</cp:lastModifiedBy>
  <cp:revision>2</cp:revision>
  <dcterms:created xsi:type="dcterms:W3CDTF">2024-03-07T17:11:18Z</dcterms:created>
  <dcterms:modified xsi:type="dcterms:W3CDTF">2024-03-09T17:46:14Z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