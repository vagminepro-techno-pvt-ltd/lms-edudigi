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83" r:id="rId8"/>
    <p:sldId id="262" r:id="rId9"/>
    <p:sldId id="263" r:id="rId10"/>
    <p:sldId id="264" r:id="rId11"/>
    <p:sldId id="265" r:id="rId12"/>
    <p:sldId id="268" r:id="rId13"/>
    <p:sldId id="266" r:id="rId14"/>
    <p:sldId id="267" r:id="rId15"/>
    <p:sldId id="269" r:id="rId16"/>
    <p:sldId id="270" r:id="rId17"/>
    <p:sldId id="284" r:id="rId18"/>
    <p:sldId id="271" r:id="rId19"/>
    <p:sldId id="285" r:id="rId20"/>
    <p:sldId id="272" r:id="rId21"/>
    <p:sldId id="273" r:id="rId22"/>
    <p:sldId id="274" r:id="rId23"/>
    <p:sldId id="275" r:id="rId24"/>
    <p:sldId id="276" r:id="rId25"/>
    <p:sldId id="277" r:id="rId26"/>
    <p:sldId id="278" r:id="rId27"/>
    <p:sldId id="279" r:id="rId28"/>
    <p:sldId id="280" r:id="rId29"/>
    <p:sldId id="281" r:id="rId30"/>
    <p:sldId id="28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9C6EA4-8478-E03B-FA07-22BAD7F5E744}" v="337" dt="2026-04-10T12:41:20.8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519C6EA4-8478-E03B-FA07-22BAD7F5E744}"/>
    <pc:docChg chg="addSld delSld modSld">
      <pc:chgData name="Guest User" userId="" providerId="Windows Live" clId="Web-{519C6EA4-8478-E03B-FA07-22BAD7F5E744}" dt="2026-04-10T12:41:20.886" v="315"/>
      <pc:docMkLst>
        <pc:docMk/>
      </pc:docMkLst>
      <pc:sldChg chg="addSp delSp modSp mod setBg">
        <pc:chgData name="Guest User" userId="" providerId="Windows Live" clId="Web-{519C6EA4-8478-E03B-FA07-22BAD7F5E744}" dt="2026-04-10T12:28:31.617" v="292"/>
        <pc:sldMkLst>
          <pc:docMk/>
          <pc:sldMk cId="1684120010" sldId="256"/>
        </pc:sldMkLst>
        <pc:spChg chg="mod">
          <ac:chgData name="Guest User" userId="" providerId="Windows Live" clId="Web-{519C6EA4-8478-E03B-FA07-22BAD7F5E744}" dt="2026-04-10T12:28:03.726" v="289"/>
          <ac:spMkLst>
            <pc:docMk/>
            <pc:sldMk cId="1684120010" sldId="256"/>
            <ac:spMk id="2" creationId="{4E7D4026-37F2-7049-C54B-2B9A3FA85EC1}"/>
          </ac:spMkLst>
        </pc:spChg>
        <pc:spChg chg="mod">
          <ac:chgData name="Guest User" userId="" providerId="Windows Live" clId="Web-{519C6EA4-8478-E03B-FA07-22BAD7F5E744}" dt="2026-04-10T12:28:03.726" v="289"/>
          <ac:spMkLst>
            <pc:docMk/>
            <pc:sldMk cId="1684120010" sldId="256"/>
            <ac:spMk id="3" creationId="{1E9CC954-B28B-0887-5326-1077833FFC16}"/>
          </ac:spMkLst>
        </pc:spChg>
        <pc:spChg chg="add del">
          <ac:chgData name="Guest User" userId="" providerId="Windows Live" clId="Web-{519C6EA4-8478-E03B-FA07-22BAD7F5E744}" dt="2026-04-10T12:27:43.179" v="287"/>
          <ac:spMkLst>
            <pc:docMk/>
            <pc:sldMk cId="1684120010" sldId="256"/>
            <ac:spMk id="9" creationId="{0671A8AE-40A1-4631-A6B8-581AFF065482}"/>
          </ac:spMkLst>
        </pc:spChg>
        <pc:spChg chg="add del">
          <ac:chgData name="Guest User" userId="" providerId="Windows Live" clId="Web-{519C6EA4-8478-E03B-FA07-22BAD7F5E744}" dt="2026-04-10T12:27:43.179" v="287"/>
          <ac:spMkLst>
            <pc:docMk/>
            <pc:sldMk cId="1684120010" sldId="256"/>
            <ac:spMk id="11" creationId="{AB58EF07-17C2-48CF-ABB0-EEF1F17CB8F0}"/>
          </ac:spMkLst>
        </pc:spChg>
        <pc:spChg chg="add del">
          <ac:chgData name="Guest User" userId="" providerId="Windows Live" clId="Web-{519C6EA4-8478-E03B-FA07-22BAD7F5E744}" dt="2026-04-10T12:27:43.179" v="287"/>
          <ac:spMkLst>
            <pc:docMk/>
            <pc:sldMk cId="1684120010" sldId="256"/>
            <ac:spMk id="13" creationId="{AF2F604E-43BE-4DC3-B983-E071523364F8}"/>
          </ac:spMkLst>
        </pc:spChg>
        <pc:spChg chg="add del">
          <ac:chgData name="Guest User" userId="" providerId="Windows Live" clId="Web-{519C6EA4-8478-E03B-FA07-22BAD7F5E744}" dt="2026-04-10T12:27:43.179" v="287"/>
          <ac:spMkLst>
            <pc:docMk/>
            <pc:sldMk cId="1684120010" sldId="256"/>
            <ac:spMk id="15" creationId="{08C9B587-E65E-4B52-B37C-ABEBB6E87928}"/>
          </ac:spMkLst>
        </pc:spChg>
        <pc:spChg chg="add del">
          <ac:chgData name="Guest User" userId="" providerId="Windows Live" clId="Web-{519C6EA4-8478-E03B-FA07-22BAD7F5E744}" dt="2026-04-10T12:28:03.726" v="289"/>
          <ac:spMkLst>
            <pc:docMk/>
            <pc:sldMk cId="1684120010" sldId="256"/>
            <ac:spMk id="20" creationId="{04812C46-200A-4DEB-A05E-3ED6C68C2387}"/>
          </ac:spMkLst>
        </pc:spChg>
        <pc:spChg chg="add del">
          <ac:chgData name="Guest User" userId="" providerId="Windows Live" clId="Web-{519C6EA4-8478-E03B-FA07-22BAD7F5E744}" dt="2026-04-10T12:28:03.726" v="289"/>
          <ac:spMkLst>
            <pc:docMk/>
            <pc:sldMk cId="1684120010" sldId="256"/>
            <ac:spMk id="22" creationId="{D1EA859B-E555-4109-94F3-6700E046E008}"/>
          </ac:spMkLst>
        </pc:spChg>
        <pc:spChg chg="add">
          <ac:chgData name="Guest User" userId="" providerId="Windows Live" clId="Web-{519C6EA4-8478-E03B-FA07-22BAD7F5E744}" dt="2026-04-10T12:28:03.726" v="289"/>
          <ac:spMkLst>
            <pc:docMk/>
            <pc:sldMk cId="1684120010" sldId="256"/>
            <ac:spMk id="27" creationId="{081EA652-8C6A-4E69-BEB9-170809474553}"/>
          </ac:spMkLst>
        </pc:spChg>
        <pc:spChg chg="add mod">
          <ac:chgData name="Guest User" userId="" providerId="Windows Live" clId="Web-{519C6EA4-8478-E03B-FA07-22BAD7F5E744}" dt="2026-04-10T12:28:31.617" v="292"/>
          <ac:spMkLst>
            <pc:docMk/>
            <pc:sldMk cId="1684120010" sldId="256"/>
            <ac:spMk id="29" creationId="{5298780A-33B9-4EA2-8F67-DE68AD62841B}"/>
          </ac:spMkLst>
        </pc:spChg>
        <pc:spChg chg="add">
          <ac:chgData name="Guest User" userId="" providerId="Windows Live" clId="Web-{519C6EA4-8478-E03B-FA07-22BAD7F5E744}" dt="2026-04-10T12:28:03.726" v="289"/>
          <ac:spMkLst>
            <pc:docMk/>
            <pc:sldMk cId="1684120010" sldId="256"/>
            <ac:spMk id="31" creationId="{7F488E8B-4E1E-4402-8935-D4E6C02615C7}"/>
          </ac:spMkLst>
        </pc:spChg>
        <pc:picChg chg="add del mod">
          <ac:chgData name="Guest User" userId="" providerId="Windows Live" clId="Web-{519C6EA4-8478-E03B-FA07-22BAD7F5E744}" dt="2026-04-10T12:27:51.539" v="288"/>
          <ac:picMkLst>
            <pc:docMk/>
            <pc:sldMk cId="1684120010" sldId="256"/>
            <ac:picMk id="5" creationId="{64E1688B-8D1B-A38A-9557-2F8FC3E08F21}"/>
          </ac:picMkLst>
        </pc:picChg>
      </pc:sldChg>
      <pc:sldChg chg="addSp delSp modSp mod setBg">
        <pc:chgData name="Guest User" userId="" providerId="Windows Live" clId="Web-{519C6EA4-8478-E03B-FA07-22BAD7F5E744}" dt="2026-04-10T12:30:56.228" v="308"/>
        <pc:sldMkLst>
          <pc:docMk/>
          <pc:sldMk cId="3305282477" sldId="257"/>
        </pc:sldMkLst>
        <pc:spChg chg="del">
          <ac:chgData name="Guest User" userId="" providerId="Windows Live" clId="Web-{519C6EA4-8478-E03B-FA07-22BAD7F5E744}" dt="2026-04-10T12:30:56.228" v="308"/>
          <ac:spMkLst>
            <pc:docMk/>
            <pc:sldMk cId="3305282477" sldId="257"/>
            <ac:spMk id="2" creationId="{61D8B68C-5839-600F-209C-CB612A1F256A}"/>
          </ac:spMkLst>
        </pc:spChg>
        <pc:spChg chg="add del mod">
          <ac:chgData name="Guest User" userId="" providerId="Windows Live" clId="Web-{519C6EA4-8478-E03B-FA07-22BAD7F5E744}" dt="2026-04-10T12:30:56.228" v="308"/>
          <ac:spMkLst>
            <pc:docMk/>
            <pc:sldMk cId="3305282477" sldId="257"/>
            <ac:spMk id="6" creationId="{3142CBC4-DE88-F13A-34A8-0500B83A2D9B}"/>
          </ac:spMkLst>
        </pc:spChg>
        <pc:spChg chg="add">
          <ac:chgData name="Guest User" userId="" providerId="Windows Live" clId="Web-{519C6EA4-8478-E03B-FA07-22BAD7F5E744}" dt="2026-04-10T12:30:56.228" v="308"/>
          <ac:spMkLst>
            <pc:docMk/>
            <pc:sldMk cId="3305282477" sldId="257"/>
            <ac:spMk id="11" creationId="{AB8C311F-7253-4AED-9701-7FC0708C41C7}"/>
          </ac:spMkLst>
        </pc:spChg>
        <pc:spChg chg="add">
          <ac:chgData name="Guest User" userId="" providerId="Windows Live" clId="Web-{519C6EA4-8478-E03B-FA07-22BAD7F5E744}" dt="2026-04-10T12:30:56.228" v="308"/>
          <ac:spMkLst>
            <pc:docMk/>
            <pc:sldMk cId="3305282477" sldId="257"/>
            <ac:spMk id="13" creationId="{E2384209-CB15-4CDF-9D31-C44FD9A3F20D}"/>
          </ac:spMkLst>
        </pc:spChg>
        <pc:spChg chg="add">
          <ac:chgData name="Guest User" userId="" providerId="Windows Live" clId="Web-{519C6EA4-8478-E03B-FA07-22BAD7F5E744}" dt="2026-04-10T12:30:56.228" v="308"/>
          <ac:spMkLst>
            <pc:docMk/>
            <pc:sldMk cId="3305282477" sldId="257"/>
            <ac:spMk id="15" creationId="{2633B3B5-CC90-43F0-8714-D31D1F3F0209}"/>
          </ac:spMkLst>
        </pc:spChg>
        <pc:spChg chg="add">
          <ac:chgData name="Guest User" userId="" providerId="Windows Live" clId="Web-{519C6EA4-8478-E03B-FA07-22BAD7F5E744}" dt="2026-04-10T12:30:56.228" v="308"/>
          <ac:spMkLst>
            <pc:docMk/>
            <pc:sldMk cId="3305282477" sldId="257"/>
            <ac:spMk id="17" creationId="{A8D57A06-A426-446D-B02C-A2DC6B62E45E}"/>
          </ac:spMkLst>
        </pc:spChg>
        <pc:picChg chg="add mod">
          <ac:chgData name="Guest User" userId="" providerId="Windows Live" clId="Web-{519C6EA4-8478-E03B-FA07-22BAD7F5E744}" dt="2026-04-10T12:30:56.228" v="308"/>
          <ac:picMkLst>
            <pc:docMk/>
            <pc:sldMk cId="3305282477" sldId="257"/>
            <ac:picMk id="3" creationId="{8C72E7DB-14E2-19E0-8625-96067682F2D2}"/>
          </ac:picMkLst>
        </pc:picChg>
        <pc:picChg chg="del">
          <ac:chgData name="Guest User" userId="" providerId="Windows Live" clId="Web-{519C6EA4-8478-E03B-FA07-22BAD7F5E744}" dt="2026-04-10T12:30:47.571" v="307"/>
          <ac:picMkLst>
            <pc:docMk/>
            <pc:sldMk cId="3305282477" sldId="257"/>
            <ac:picMk id="5" creationId="{484E31BA-0C88-678E-9E31-ADFA9C35AD31}"/>
          </ac:picMkLst>
        </pc:picChg>
      </pc:sldChg>
      <pc:sldChg chg="addSp delSp modSp mod setBg">
        <pc:chgData name="Guest User" userId="" providerId="Windows Live" clId="Web-{519C6EA4-8478-E03B-FA07-22BAD7F5E744}" dt="2026-04-10T12:41:12.667" v="314"/>
        <pc:sldMkLst>
          <pc:docMk/>
          <pc:sldMk cId="216407855" sldId="258"/>
        </pc:sldMkLst>
        <pc:spChg chg="add del">
          <ac:chgData name="Guest User" userId="" providerId="Windows Live" clId="Web-{519C6EA4-8478-E03B-FA07-22BAD7F5E744}" dt="2026-04-10T12:41:12.667" v="314"/>
          <ac:spMkLst>
            <pc:docMk/>
            <pc:sldMk cId="216407855" sldId="258"/>
            <ac:spMk id="2" creationId="{EDCB295C-7E03-9CD2-8F6D-F88A05B547B4}"/>
          </ac:spMkLst>
        </pc:spChg>
        <pc:spChg chg="add del mod">
          <ac:chgData name="Guest User" userId="" providerId="Windows Live" clId="Web-{519C6EA4-8478-E03B-FA07-22BAD7F5E744}" dt="2026-04-10T12:30:02.009" v="302"/>
          <ac:spMkLst>
            <pc:docMk/>
            <pc:sldMk cId="216407855" sldId="258"/>
            <ac:spMk id="6" creationId="{089A0E20-7EFF-4946-9E07-A754E8A6E98E}"/>
          </ac:spMkLst>
        </pc:spChg>
        <pc:spChg chg="add del mod">
          <ac:chgData name="Guest User" userId="" providerId="Windows Live" clId="Web-{519C6EA4-8478-E03B-FA07-22BAD7F5E744}" dt="2026-04-10T12:41:06.495" v="313"/>
          <ac:spMkLst>
            <pc:docMk/>
            <pc:sldMk cId="216407855" sldId="258"/>
            <ac:spMk id="8" creationId="{3AA75094-7C7B-8F3B-2F5E-6471215B31A6}"/>
          </ac:spMkLst>
        </pc:spChg>
        <pc:spChg chg="add del">
          <ac:chgData name="Guest User" userId="" providerId="Windows Live" clId="Web-{519C6EA4-8478-E03B-FA07-22BAD7F5E744}" dt="2026-04-10T12:29:39.774" v="298"/>
          <ac:spMkLst>
            <pc:docMk/>
            <pc:sldMk cId="216407855" sldId="258"/>
            <ac:spMk id="11" creationId="{42A4FC2C-047E-45A5-965D-8E1E3BF09BC6}"/>
          </ac:spMkLst>
        </pc:spChg>
        <pc:spChg chg="add del">
          <ac:chgData name="Guest User" userId="" providerId="Windows Live" clId="Web-{519C6EA4-8478-E03B-FA07-22BAD7F5E744}" dt="2026-04-10T12:29:57.509" v="300"/>
          <ac:spMkLst>
            <pc:docMk/>
            <pc:sldMk cId="216407855" sldId="258"/>
            <ac:spMk id="13" creationId="{E2384209-CB15-4CDF-9D31-C44FD9A3F20D}"/>
          </ac:spMkLst>
        </pc:spChg>
        <pc:spChg chg="add del">
          <ac:chgData name="Guest User" userId="" providerId="Windows Live" clId="Web-{519C6EA4-8478-E03B-FA07-22BAD7F5E744}" dt="2026-04-10T12:29:57.509" v="300"/>
          <ac:spMkLst>
            <pc:docMk/>
            <pc:sldMk cId="216407855" sldId="258"/>
            <ac:spMk id="14" creationId="{AB8C311F-7253-4AED-9701-7FC0708C41C7}"/>
          </ac:spMkLst>
        </pc:spChg>
        <pc:spChg chg="add del">
          <ac:chgData name="Guest User" userId="" providerId="Windows Live" clId="Web-{519C6EA4-8478-E03B-FA07-22BAD7F5E744}" dt="2026-04-10T12:29:57.509" v="300"/>
          <ac:spMkLst>
            <pc:docMk/>
            <pc:sldMk cId="216407855" sldId="258"/>
            <ac:spMk id="15" creationId="{2633B3B5-CC90-43F0-8714-D31D1F3F0209}"/>
          </ac:spMkLst>
        </pc:spChg>
        <pc:spChg chg="add del">
          <ac:chgData name="Guest User" userId="" providerId="Windows Live" clId="Web-{519C6EA4-8478-E03B-FA07-22BAD7F5E744}" dt="2026-04-10T12:29:57.509" v="300"/>
          <ac:spMkLst>
            <pc:docMk/>
            <pc:sldMk cId="216407855" sldId="258"/>
            <ac:spMk id="17" creationId="{A8D57A06-A426-446D-B02C-A2DC6B62E45E}"/>
          </ac:spMkLst>
        </pc:spChg>
        <pc:picChg chg="add del mod">
          <ac:chgData name="Guest User" userId="" providerId="Windows Live" clId="Web-{519C6EA4-8478-E03B-FA07-22BAD7F5E744}" dt="2026-04-10T12:30:19.259" v="304"/>
          <ac:picMkLst>
            <pc:docMk/>
            <pc:sldMk cId="216407855" sldId="258"/>
            <ac:picMk id="3" creationId="{387BFF19-FD53-8DF9-FA41-B9274670E886}"/>
          </ac:picMkLst>
        </pc:picChg>
        <pc:picChg chg="add del">
          <ac:chgData name="Guest User" userId="" providerId="Windows Live" clId="Web-{519C6EA4-8478-E03B-FA07-22BAD7F5E744}" dt="2026-04-10T12:40:39.730" v="311"/>
          <ac:picMkLst>
            <pc:docMk/>
            <pc:sldMk cId="216407855" sldId="258"/>
            <ac:picMk id="5" creationId="{45272392-BFD0-600F-064D-CC489D7C28DD}"/>
          </ac:picMkLst>
        </pc:picChg>
        <pc:picChg chg="add mod ord">
          <ac:chgData name="Guest User" userId="" providerId="Windows Live" clId="Web-{519C6EA4-8478-E03B-FA07-22BAD7F5E744}" dt="2026-04-10T12:41:12.667" v="314"/>
          <ac:picMkLst>
            <pc:docMk/>
            <pc:sldMk cId="216407855" sldId="258"/>
            <ac:picMk id="9" creationId="{F29F99E3-55E0-0848-79F8-8B78E21D3BBA}"/>
          </ac:picMkLst>
        </pc:picChg>
      </pc:sldChg>
      <pc:sldChg chg="addSp modSp mod setBg">
        <pc:chgData name="Guest User" userId="" providerId="Windows Live" clId="Web-{519C6EA4-8478-E03B-FA07-22BAD7F5E744}" dt="2026-04-10T12:09:10.307" v="286" actId="1076"/>
        <pc:sldMkLst>
          <pc:docMk/>
          <pc:sldMk cId="63238535" sldId="259"/>
        </pc:sldMkLst>
        <pc:spChg chg="mod">
          <ac:chgData name="Guest User" userId="" providerId="Windows Live" clId="Web-{519C6EA4-8478-E03B-FA07-22BAD7F5E744}" dt="2026-04-10T12:09:05.792" v="285" actId="1076"/>
          <ac:spMkLst>
            <pc:docMk/>
            <pc:sldMk cId="63238535" sldId="259"/>
            <ac:spMk id="2" creationId="{94486DE5-634F-B9E8-3D91-7BE2934DE4CD}"/>
          </ac:spMkLst>
        </pc:spChg>
        <pc:spChg chg="mod">
          <ac:chgData name="Guest User" userId="" providerId="Windows Live" clId="Web-{519C6EA4-8478-E03B-FA07-22BAD7F5E744}" dt="2026-04-10T12:09:10.307" v="286" actId="1076"/>
          <ac:spMkLst>
            <pc:docMk/>
            <pc:sldMk cId="63238535" sldId="259"/>
            <ac:spMk id="3" creationId="{EC2B4258-E9CA-37BC-721C-5DEFD7F14ECB}"/>
          </ac:spMkLst>
        </pc:spChg>
        <pc:spChg chg="add">
          <ac:chgData name="Guest User" userId="" providerId="Windows Live" clId="Web-{519C6EA4-8478-E03B-FA07-22BAD7F5E744}" dt="2026-04-10T11:12:04.931" v="21"/>
          <ac:spMkLst>
            <pc:docMk/>
            <pc:sldMk cId="63238535" sldId="259"/>
            <ac:spMk id="10" creationId="{245A9F99-D9B1-4094-A2E2-B90AC1DB7B9C}"/>
          </ac:spMkLst>
        </pc:spChg>
        <pc:spChg chg="add">
          <ac:chgData name="Guest User" userId="" providerId="Windows Live" clId="Web-{519C6EA4-8478-E03B-FA07-22BAD7F5E744}" dt="2026-04-10T11:12:04.931" v="21"/>
          <ac:spMkLst>
            <pc:docMk/>
            <pc:sldMk cId="63238535" sldId="259"/>
            <ac:spMk id="12" creationId="{B7FAF607-473A-4A43-A23D-BBFF5C4117BB}"/>
          </ac:spMkLst>
        </pc:spChg>
        <pc:grpChg chg="add">
          <ac:chgData name="Guest User" userId="" providerId="Windows Live" clId="Web-{519C6EA4-8478-E03B-FA07-22BAD7F5E744}" dt="2026-04-10T11:12:04.931" v="21"/>
          <ac:grpSpMkLst>
            <pc:docMk/>
            <pc:sldMk cId="63238535" sldId="259"/>
            <ac:grpSpMk id="14" creationId="{C5F6476F-D303-44D3-B30F-1BA348F0F64A}"/>
          </ac:grpSpMkLst>
        </pc:grpChg>
        <pc:picChg chg="add mod">
          <ac:chgData name="Guest User" userId="" providerId="Windows Live" clId="Web-{519C6EA4-8478-E03B-FA07-22BAD7F5E744}" dt="2026-04-10T12:08:54.307" v="284" actId="1076"/>
          <ac:picMkLst>
            <pc:docMk/>
            <pc:sldMk cId="63238535" sldId="259"/>
            <ac:picMk id="4" creationId="{BB7CD8EA-B0FF-E56A-BFFD-849C9052DC3C}"/>
          </ac:picMkLst>
        </pc:picChg>
        <pc:picChg chg="add">
          <ac:chgData name="Guest User" userId="" providerId="Windows Live" clId="Web-{519C6EA4-8478-E03B-FA07-22BAD7F5E744}" dt="2026-04-10T11:12:04.931" v="21"/>
          <ac:picMkLst>
            <pc:docMk/>
            <pc:sldMk cId="63238535" sldId="259"/>
            <ac:picMk id="7" creationId="{CFA13F23-ABEC-C16D-3A45-4E4BB88334ED}"/>
          </ac:picMkLst>
        </pc:picChg>
      </pc:sldChg>
      <pc:sldChg chg="addSp delSp modSp mod setBg">
        <pc:chgData name="Guest User" userId="" providerId="Windows Live" clId="Web-{519C6EA4-8478-E03B-FA07-22BAD7F5E744}" dt="2026-04-10T11:03:15.360" v="4"/>
        <pc:sldMkLst>
          <pc:docMk/>
          <pc:sldMk cId="3987167485" sldId="260"/>
        </pc:sldMkLst>
        <pc:spChg chg="del">
          <ac:chgData name="Guest User" userId="" providerId="Windows Live" clId="Web-{519C6EA4-8478-E03B-FA07-22BAD7F5E744}" dt="2026-04-10T11:03:15.360" v="4"/>
          <ac:spMkLst>
            <pc:docMk/>
            <pc:sldMk cId="3987167485" sldId="260"/>
            <ac:spMk id="2" creationId="{409EC04C-1F33-0FD4-226D-B9C1BE50F7FE}"/>
          </ac:spMkLst>
        </pc:spChg>
        <pc:spChg chg="add del mod">
          <ac:chgData name="Guest User" userId="" providerId="Windows Live" clId="Web-{519C6EA4-8478-E03B-FA07-22BAD7F5E744}" dt="2026-04-10T11:03:15.360" v="4"/>
          <ac:spMkLst>
            <pc:docMk/>
            <pc:sldMk cId="3987167485" sldId="260"/>
            <ac:spMk id="6" creationId="{43DB17C0-E15D-C9DF-E1AF-5A330191FF07}"/>
          </ac:spMkLst>
        </pc:spChg>
        <pc:spChg chg="add">
          <ac:chgData name="Guest User" userId="" providerId="Windows Live" clId="Web-{519C6EA4-8478-E03B-FA07-22BAD7F5E744}" dt="2026-04-10T11:03:15.360" v="4"/>
          <ac:spMkLst>
            <pc:docMk/>
            <pc:sldMk cId="3987167485" sldId="260"/>
            <ac:spMk id="11" creationId="{42A4FC2C-047E-45A5-965D-8E1E3BF09BC6}"/>
          </ac:spMkLst>
        </pc:spChg>
        <pc:picChg chg="add mod">
          <ac:chgData name="Guest User" userId="" providerId="Windows Live" clId="Web-{519C6EA4-8478-E03B-FA07-22BAD7F5E744}" dt="2026-04-10T11:03:15.360" v="4"/>
          <ac:picMkLst>
            <pc:docMk/>
            <pc:sldMk cId="3987167485" sldId="260"/>
            <ac:picMk id="3" creationId="{D1AB16D3-EAA9-CAAC-3A82-08248A154C9E}"/>
          </ac:picMkLst>
        </pc:picChg>
        <pc:picChg chg="del">
          <ac:chgData name="Guest User" userId="" providerId="Windows Live" clId="Web-{519C6EA4-8478-E03B-FA07-22BAD7F5E744}" dt="2026-04-10T11:03:02.391" v="3"/>
          <ac:picMkLst>
            <pc:docMk/>
            <pc:sldMk cId="3987167485" sldId="260"/>
            <ac:picMk id="5" creationId="{51DE4009-4B8C-7DC6-E81A-EFA8D404D295}"/>
          </ac:picMkLst>
        </pc:picChg>
      </pc:sldChg>
      <pc:sldChg chg="addSp modSp mod setBg">
        <pc:chgData name="Guest User" userId="" providerId="Windows Live" clId="Web-{519C6EA4-8478-E03B-FA07-22BAD7F5E744}" dt="2026-04-10T11:10:36.582" v="20" actId="20577"/>
        <pc:sldMkLst>
          <pc:docMk/>
          <pc:sldMk cId="3763651330" sldId="261"/>
        </pc:sldMkLst>
        <pc:spChg chg="mod">
          <ac:chgData name="Guest User" userId="" providerId="Windows Live" clId="Web-{519C6EA4-8478-E03B-FA07-22BAD7F5E744}" dt="2026-04-10T11:10:36.582" v="20" actId="20577"/>
          <ac:spMkLst>
            <pc:docMk/>
            <pc:sldMk cId="3763651330" sldId="261"/>
            <ac:spMk id="2" creationId="{1D06848B-8672-FA6D-F84B-705350F8DD57}"/>
          </ac:spMkLst>
        </pc:spChg>
        <pc:spChg chg="mod">
          <ac:chgData name="Guest User" userId="" providerId="Windows Live" clId="Web-{519C6EA4-8478-E03B-FA07-22BAD7F5E744}" dt="2026-04-10T11:09:39.594" v="16"/>
          <ac:spMkLst>
            <pc:docMk/>
            <pc:sldMk cId="3763651330" sldId="261"/>
            <ac:spMk id="3" creationId="{238E5FC1-EA7D-A07C-8F2E-61C3271B24A7}"/>
          </ac:spMkLst>
        </pc:spChg>
        <pc:spChg chg="add">
          <ac:chgData name="Guest User" userId="" providerId="Windows Live" clId="Web-{519C6EA4-8478-E03B-FA07-22BAD7F5E744}" dt="2026-04-10T11:09:39.594" v="16"/>
          <ac:spMkLst>
            <pc:docMk/>
            <pc:sldMk cId="3763651330" sldId="261"/>
            <ac:spMk id="8" creationId="{09588DA8-065E-4F6F-8EFD-43104AB2E0CF}"/>
          </ac:spMkLst>
        </pc:spChg>
        <pc:spChg chg="add">
          <ac:chgData name="Guest User" userId="" providerId="Windows Live" clId="Web-{519C6EA4-8478-E03B-FA07-22BAD7F5E744}" dt="2026-04-10T11:09:39.594" v="16"/>
          <ac:spMkLst>
            <pc:docMk/>
            <pc:sldMk cId="3763651330" sldId="261"/>
            <ac:spMk id="10" creationId="{C4285719-470E-454C-AF62-8323075F1F5B}"/>
          </ac:spMkLst>
        </pc:spChg>
        <pc:spChg chg="add">
          <ac:chgData name="Guest User" userId="" providerId="Windows Live" clId="Web-{519C6EA4-8478-E03B-FA07-22BAD7F5E744}" dt="2026-04-10T11:09:39.594" v="16"/>
          <ac:spMkLst>
            <pc:docMk/>
            <pc:sldMk cId="3763651330" sldId="261"/>
            <ac:spMk id="12" creationId="{CD9FE4EF-C4D8-49A0-B2FF-81D8DB7D8A24}"/>
          </ac:spMkLst>
        </pc:spChg>
        <pc:spChg chg="add">
          <ac:chgData name="Guest User" userId="" providerId="Windows Live" clId="Web-{519C6EA4-8478-E03B-FA07-22BAD7F5E744}" dt="2026-04-10T11:09:39.594" v="16"/>
          <ac:spMkLst>
            <pc:docMk/>
            <pc:sldMk cId="3763651330" sldId="261"/>
            <ac:spMk id="14" creationId="{4300840D-0A0B-4512-BACA-B439D5B9C57C}"/>
          </ac:spMkLst>
        </pc:spChg>
        <pc:spChg chg="add">
          <ac:chgData name="Guest User" userId="" providerId="Windows Live" clId="Web-{519C6EA4-8478-E03B-FA07-22BAD7F5E744}" dt="2026-04-10T11:09:39.594" v="16"/>
          <ac:spMkLst>
            <pc:docMk/>
            <pc:sldMk cId="3763651330" sldId="261"/>
            <ac:spMk id="16" creationId="{D2B78728-A580-49A7-84F9-6EF6F583ADE0}"/>
          </ac:spMkLst>
        </pc:spChg>
        <pc:spChg chg="add">
          <ac:chgData name="Guest User" userId="" providerId="Windows Live" clId="Web-{519C6EA4-8478-E03B-FA07-22BAD7F5E744}" dt="2026-04-10T11:09:39.594" v="16"/>
          <ac:spMkLst>
            <pc:docMk/>
            <pc:sldMk cId="3763651330" sldId="261"/>
            <ac:spMk id="18" creationId="{38FAA1A1-D861-433F-88FA-1E9D6FD31D11}"/>
          </ac:spMkLst>
        </pc:spChg>
        <pc:spChg chg="add">
          <ac:chgData name="Guest User" userId="" providerId="Windows Live" clId="Web-{519C6EA4-8478-E03B-FA07-22BAD7F5E744}" dt="2026-04-10T11:09:39.594" v="16"/>
          <ac:spMkLst>
            <pc:docMk/>
            <pc:sldMk cId="3763651330" sldId="261"/>
            <ac:spMk id="20" creationId="{8D71EDA1-87BF-4D5D-AB79-F346FD19278A}"/>
          </ac:spMkLst>
        </pc:spChg>
      </pc:sldChg>
      <pc:sldChg chg="addSp modSp mod setBg">
        <pc:chgData name="Guest User" userId="" providerId="Windows Live" clId="Web-{519C6EA4-8478-E03B-FA07-22BAD7F5E744}" dt="2026-04-10T11:24:21.777" v="61" actId="14100"/>
        <pc:sldMkLst>
          <pc:docMk/>
          <pc:sldMk cId="1601922242" sldId="263"/>
        </pc:sldMkLst>
        <pc:spChg chg="mod">
          <ac:chgData name="Guest User" userId="" providerId="Windows Live" clId="Web-{519C6EA4-8478-E03B-FA07-22BAD7F5E744}" dt="2026-04-10T11:23:37.604" v="57" actId="20577"/>
          <ac:spMkLst>
            <pc:docMk/>
            <pc:sldMk cId="1601922242" sldId="263"/>
            <ac:spMk id="2" creationId="{4A229040-D34F-F45A-60B7-F9D6503A81AC}"/>
          </ac:spMkLst>
        </pc:spChg>
        <pc:spChg chg="mod">
          <ac:chgData name="Guest User" userId="" providerId="Windows Live" clId="Web-{519C6EA4-8478-E03B-FA07-22BAD7F5E744}" dt="2026-04-10T11:23:26.667" v="56"/>
          <ac:spMkLst>
            <pc:docMk/>
            <pc:sldMk cId="1601922242" sldId="263"/>
            <ac:spMk id="3" creationId="{B76CCA52-6C6A-2739-79E0-1B36C1FD9303}"/>
          </ac:spMkLst>
        </pc:spChg>
        <pc:spChg chg="mod">
          <ac:chgData name="Guest User" userId="" providerId="Windows Live" clId="Web-{519C6EA4-8478-E03B-FA07-22BAD7F5E744}" dt="2026-04-10T11:24:21.777" v="61" actId="14100"/>
          <ac:spMkLst>
            <pc:docMk/>
            <pc:sldMk cId="1601922242" sldId="263"/>
            <ac:spMk id="4" creationId="{995F1A3B-88F6-81DD-EB08-78C273B6F83D}"/>
          </ac:spMkLst>
        </pc:spChg>
        <pc:spChg chg="add">
          <ac:chgData name="Guest User" userId="" providerId="Windows Live" clId="Web-{519C6EA4-8478-E03B-FA07-22BAD7F5E744}" dt="2026-04-10T11:23:26.667" v="56"/>
          <ac:spMkLst>
            <pc:docMk/>
            <pc:sldMk cId="1601922242" sldId="263"/>
            <ac:spMk id="11" creationId="{245A9F99-D9B1-4094-A2E2-B90AC1DB7B9C}"/>
          </ac:spMkLst>
        </pc:spChg>
        <pc:spChg chg="add">
          <ac:chgData name="Guest User" userId="" providerId="Windows Live" clId="Web-{519C6EA4-8478-E03B-FA07-22BAD7F5E744}" dt="2026-04-10T11:23:26.667" v="56"/>
          <ac:spMkLst>
            <pc:docMk/>
            <pc:sldMk cId="1601922242" sldId="263"/>
            <ac:spMk id="13" creationId="{B7FAF607-473A-4A43-A23D-BBFF5C4117BB}"/>
          </ac:spMkLst>
        </pc:spChg>
        <pc:grpChg chg="add">
          <ac:chgData name="Guest User" userId="" providerId="Windows Live" clId="Web-{519C6EA4-8478-E03B-FA07-22BAD7F5E744}" dt="2026-04-10T11:23:26.667" v="56"/>
          <ac:grpSpMkLst>
            <pc:docMk/>
            <pc:sldMk cId="1601922242" sldId="263"/>
            <ac:grpSpMk id="15" creationId="{C5F6476F-D303-44D3-B30F-1BA348F0F64A}"/>
          </ac:grpSpMkLst>
        </pc:grpChg>
        <pc:picChg chg="add">
          <ac:chgData name="Guest User" userId="" providerId="Windows Live" clId="Web-{519C6EA4-8478-E03B-FA07-22BAD7F5E744}" dt="2026-04-10T11:23:26.667" v="56"/>
          <ac:picMkLst>
            <pc:docMk/>
            <pc:sldMk cId="1601922242" sldId="263"/>
            <ac:picMk id="8" creationId="{B2F65720-74DA-55D4-48A8-5BF95808DF29}"/>
          </ac:picMkLst>
        </pc:picChg>
      </pc:sldChg>
      <pc:sldChg chg="addSp modSp mod setBg">
        <pc:chgData name="Guest User" userId="" providerId="Windows Live" clId="Web-{519C6EA4-8478-E03B-FA07-22BAD7F5E744}" dt="2026-04-10T11:28:57.234" v="79" actId="20577"/>
        <pc:sldMkLst>
          <pc:docMk/>
          <pc:sldMk cId="2970126744" sldId="264"/>
        </pc:sldMkLst>
        <pc:spChg chg="mod">
          <ac:chgData name="Guest User" userId="" providerId="Windows Live" clId="Web-{519C6EA4-8478-E03B-FA07-22BAD7F5E744}" dt="2026-04-10T11:28:45.812" v="77" actId="20577"/>
          <ac:spMkLst>
            <pc:docMk/>
            <pc:sldMk cId="2970126744" sldId="264"/>
            <ac:spMk id="2" creationId="{AB411FED-7EE4-A3EB-DF54-53ADC8F22177}"/>
          </ac:spMkLst>
        </pc:spChg>
        <pc:spChg chg="mod">
          <ac:chgData name="Guest User" userId="" providerId="Windows Live" clId="Web-{519C6EA4-8478-E03B-FA07-22BAD7F5E744}" dt="2026-04-10T11:28:57.234" v="79" actId="20577"/>
          <ac:spMkLst>
            <pc:docMk/>
            <pc:sldMk cId="2970126744" sldId="264"/>
            <ac:spMk id="3" creationId="{9CA420BC-DE52-F53B-7EA4-E1D659AC4F1E}"/>
          </ac:spMkLst>
        </pc:spChg>
        <pc:spChg chg="mod">
          <ac:chgData name="Guest User" userId="" providerId="Windows Live" clId="Web-{519C6EA4-8478-E03B-FA07-22BAD7F5E744}" dt="2026-04-10T11:27:22.448" v="62"/>
          <ac:spMkLst>
            <pc:docMk/>
            <pc:sldMk cId="2970126744" sldId="264"/>
            <ac:spMk id="4" creationId="{A323FF26-B584-DD13-8177-16E7948758CF}"/>
          </ac:spMkLst>
        </pc:spChg>
        <pc:spChg chg="add">
          <ac:chgData name="Guest User" userId="" providerId="Windows Live" clId="Web-{519C6EA4-8478-E03B-FA07-22BAD7F5E744}" dt="2026-04-10T11:27:22.448" v="62"/>
          <ac:spMkLst>
            <pc:docMk/>
            <pc:sldMk cId="2970126744" sldId="264"/>
            <ac:spMk id="9" creationId="{09588DA8-065E-4F6F-8EFD-43104AB2E0CF}"/>
          </ac:spMkLst>
        </pc:spChg>
        <pc:spChg chg="add">
          <ac:chgData name="Guest User" userId="" providerId="Windows Live" clId="Web-{519C6EA4-8478-E03B-FA07-22BAD7F5E744}" dt="2026-04-10T11:27:22.448" v="62"/>
          <ac:spMkLst>
            <pc:docMk/>
            <pc:sldMk cId="2970126744" sldId="264"/>
            <ac:spMk id="11" creationId="{C4285719-470E-454C-AF62-8323075F1F5B}"/>
          </ac:spMkLst>
        </pc:spChg>
        <pc:spChg chg="add">
          <ac:chgData name="Guest User" userId="" providerId="Windows Live" clId="Web-{519C6EA4-8478-E03B-FA07-22BAD7F5E744}" dt="2026-04-10T11:27:22.448" v="62"/>
          <ac:spMkLst>
            <pc:docMk/>
            <pc:sldMk cId="2970126744" sldId="264"/>
            <ac:spMk id="13" creationId="{CD9FE4EF-C4D8-49A0-B2FF-81D8DB7D8A24}"/>
          </ac:spMkLst>
        </pc:spChg>
        <pc:spChg chg="add">
          <ac:chgData name="Guest User" userId="" providerId="Windows Live" clId="Web-{519C6EA4-8478-E03B-FA07-22BAD7F5E744}" dt="2026-04-10T11:27:22.448" v="62"/>
          <ac:spMkLst>
            <pc:docMk/>
            <pc:sldMk cId="2970126744" sldId="264"/>
            <ac:spMk id="15" creationId="{4300840D-0A0B-4512-BACA-B439D5B9C57C}"/>
          </ac:spMkLst>
        </pc:spChg>
        <pc:spChg chg="add">
          <ac:chgData name="Guest User" userId="" providerId="Windows Live" clId="Web-{519C6EA4-8478-E03B-FA07-22BAD7F5E744}" dt="2026-04-10T11:27:22.448" v="62"/>
          <ac:spMkLst>
            <pc:docMk/>
            <pc:sldMk cId="2970126744" sldId="264"/>
            <ac:spMk id="17" creationId="{D2B78728-A580-49A7-84F9-6EF6F583ADE0}"/>
          </ac:spMkLst>
        </pc:spChg>
        <pc:spChg chg="add">
          <ac:chgData name="Guest User" userId="" providerId="Windows Live" clId="Web-{519C6EA4-8478-E03B-FA07-22BAD7F5E744}" dt="2026-04-10T11:27:22.448" v="62"/>
          <ac:spMkLst>
            <pc:docMk/>
            <pc:sldMk cId="2970126744" sldId="264"/>
            <ac:spMk id="19" creationId="{38FAA1A1-D861-433F-88FA-1E9D6FD31D11}"/>
          </ac:spMkLst>
        </pc:spChg>
        <pc:spChg chg="add">
          <ac:chgData name="Guest User" userId="" providerId="Windows Live" clId="Web-{519C6EA4-8478-E03B-FA07-22BAD7F5E744}" dt="2026-04-10T11:27:22.448" v="62"/>
          <ac:spMkLst>
            <pc:docMk/>
            <pc:sldMk cId="2970126744" sldId="264"/>
            <ac:spMk id="21" creationId="{8D71EDA1-87BF-4D5D-AB79-F346FD19278A}"/>
          </ac:spMkLst>
        </pc:spChg>
      </pc:sldChg>
      <pc:sldChg chg="addSp modSp mod setBg">
        <pc:chgData name="Guest User" userId="" providerId="Windows Live" clId="Web-{519C6EA4-8478-E03B-FA07-22BAD7F5E744}" dt="2026-04-10T11:53:53.662" v="215" actId="1076"/>
        <pc:sldMkLst>
          <pc:docMk/>
          <pc:sldMk cId="2686689020" sldId="266"/>
        </pc:sldMkLst>
        <pc:spChg chg="mod">
          <ac:chgData name="Guest User" userId="" providerId="Windows Live" clId="Web-{519C6EA4-8478-E03B-FA07-22BAD7F5E744}" dt="2026-04-10T11:43:14.137" v="193" actId="20577"/>
          <ac:spMkLst>
            <pc:docMk/>
            <pc:sldMk cId="2686689020" sldId="266"/>
            <ac:spMk id="2" creationId="{A3D4BC1E-0D2A-035F-7A07-BD1F98E3AEC8}"/>
          </ac:spMkLst>
        </pc:spChg>
        <pc:spChg chg="mod">
          <ac:chgData name="Guest User" userId="" providerId="Windows Live" clId="Web-{519C6EA4-8478-E03B-FA07-22BAD7F5E744}" dt="2026-04-10T11:43:09.371" v="192"/>
          <ac:spMkLst>
            <pc:docMk/>
            <pc:sldMk cId="2686689020" sldId="266"/>
            <ac:spMk id="3" creationId="{001E23DE-D493-469C-6D64-D15ADA45932F}"/>
          </ac:spMkLst>
        </pc:spChg>
        <pc:spChg chg="mod">
          <ac:chgData name="Guest User" userId="" providerId="Windows Live" clId="Web-{519C6EA4-8478-E03B-FA07-22BAD7F5E744}" dt="2026-04-10T11:53:53.662" v="215" actId="1076"/>
          <ac:spMkLst>
            <pc:docMk/>
            <pc:sldMk cId="2686689020" sldId="266"/>
            <ac:spMk id="4" creationId="{6D20027D-D374-3826-D76E-6F9F83C2C7C0}"/>
          </ac:spMkLst>
        </pc:spChg>
        <pc:spChg chg="add">
          <ac:chgData name="Guest User" userId="" providerId="Windows Live" clId="Web-{519C6EA4-8478-E03B-FA07-22BAD7F5E744}" dt="2026-04-10T11:43:09.371" v="192"/>
          <ac:spMkLst>
            <pc:docMk/>
            <pc:sldMk cId="2686689020" sldId="266"/>
            <ac:spMk id="9" creationId="{100EDD19-6802-4EC3-95CE-CFFAB042CFD6}"/>
          </ac:spMkLst>
        </pc:spChg>
        <pc:spChg chg="add">
          <ac:chgData name="Guest User" userId="" providerId="Windows Live" clId="Web-{519C6EA4-8478-E03B-FA07-22BAD7F5E744}" dt="2026-04-10T11:43:09.371" v="192"/>
          <ac:spMkLst>
            <pc:docMk/>
            <pc:sldMk cId="2686689020" sldId="266"/>
            <ac:spMk id="11" creationId="{DB17E863-922E-4C26-BD64-E8FD41D28661}"/>
          </ac:spMkLst>
        </pc:spChg>
      </pc:sldChg>
      <pc:sldChg chg="addSp modSp mod setBg">
        <pc:chgData name="Guest User" userId="" providerId="Windows Live" clId="Web-{519C6EA4-8478-E03B-FA07-22BAD7F5E744}" dt="2026-04-10T11:43:32.841" v="195" actId="20577"/>
        <pc:sldMkLst>
          <pc:docMk/>
          <pc:sldMk cId="4220367420" sldId="267"/>
        </pc:sldMkLst>
        <pc:spChg chg="mod">
          <ac:chgData name="Guest User" userId="" providerId="Windows Live" clId="Web-{519C6EA4-8478-E03B-FA07-22BAD7F5E744}" dt="2026-04-10T11:43:32.841" v="195" actId="20577"/>
          <ac:spMkLst>
            <pc:docMk/>
            <pc:sldMk cId="4220367420" sldId="267"/>
            <ac:spMk id="2" creationId="{E4DDFCBE-D1D9-EF3A-4E3F-76F1FBC83009}"/>
          </ac:spMkLst>
        </pc:spChg>
        <pc:spChg chg="mod">
          <ac:chgData name="Guest User" userId="" providerId="Windows Live" clId="Web-{519C6EA4-8478-E03B-FA07-22BAD7F5E744}" dt="2026-04-10T11:43:26.950" v="194"/>
          <ac:spMkLst>
            <pc:docMk/>
            <pc:sldMk cId="4220367420" sldId="267"/>
            <ac:spMk id="3" creationId="{7296D37F-D763-3AC0-CA7E-181BB2EE88BE}"/>
          </ac:spMkLst>
        </pc:spChg>
        <pc:spChg chg="mod">
          <ac:chgData name="Guest User" userId="" providerId="Windows Live" clId="Web-{519C6EA4-8478-E03B-FA07-22BAD7F5E744}" dt="2026-04-10T11:43:26.950" v="194"/>
          <ac:spMkLst>
            <pc:docMk/>
            <pc:sldMk cId="4220367420" sldId="267"/>
            <ac:spMk id="4" creationId="{418E510B-FDCB-C0F8-B209-41606973945C}"/>
          </ac:spMkLst>
        </pc:spChg>
        <pc:spChg chg="add">
          <ac:chgData name="Guest User" userId="" providerId="Windows Live" clId="Web-{519C6EA4-8478-E03B-FA07-22BAD7F5E744}" dt="2026-04-10T11:43:26.950" v="194"/>
          <ac:spMkLst>
            <pc:docMk/>
            <pc:sldMk cId="4220367420" sldId="267"/>
            <ac:spMk id="9" creationId="{100EDD19-6802-4EC3-95CE-CFFAB042CFD6}"/>
          </ac:spMkLst>
        </pc:spChg>
        <pc:spChg chg="add">
          <ac:chgData name="Guest User" userId="" providerId="Windows Live" clId="Web-{519C6EA4-8478-E03B-FA07-22BAD7F5E744}" dt="2026-04-10T11:43:26.950" v="194"/>
          <ac:spMkLst>
            <pc:docMk/>
            <pc:sldMk cId="4220367420" sldId="267"/>
            <ac:spMk id="11" creationId="{DB17E863-922E-4C26-BD64-E8FD41D28661}"/>
          </ac:spMkLst>
        </pc:spChg>
      </pc:sldChg>
      <pc:sldChg chg="addSp modSp mod setBg">
        <pc:chgData name="Guest User" userId="" providerId="Windows Live" clId="Web-{519C6EA4-8478-E03B-FA07-22BAD7F5E744}" dt="2026-04-10T11:42:51.338" v="191" actId="1076"/>
        <pc:sldMkLst>
          <pc:docMk/>
          <pc:sldMk cId="1481558033" sldId="268"/>
        </pc:sldMkLst>
        <pc:spChg chg="mod">
          <ac:chgData name="Guest User" userId="" providerId="Windows Live" clId="Web-{519C6EA4-8478-E03B-FA07-22BAD7F5E744}" dt="2026-04-10T11:42:45.869" v="190" actId="20577"/>
          <ac:spMkLst>
            <pc:docMk/>
            <pc:sldMk cId="1481558033" sldId="268"/>
            <ac:spMk id="2" creationId="{68481DFB-D7BE-8115-558E-B57714BEF458}"/>
          </ac:spMkLst>
        </pc:spChg>
        <pc:spChg chg="mod">
          <ac:chgData name="Guest User" userId="" providerId="Windows Live" clId="Web-{519C6EA4-8478-E03B-FA07-22BAD7F5E744}" dt="2026-04-10T11:42:40.478" v="189"/>
          <ac:spMkLst>
            <pc:docMk/>
            <pc:sldMk cId="1481558033" sldId="268"/>
            <ac:spMk id="3" creationId="{8DA53932-3287-3675-4BE2-4CA8D0F7685F}"/>
          </ac:spMkLst>
        </pc:spChg>
        <pc:spChg chg="mod">
          <ac:chgData name="Guest User" userId="" providerId="Windows Live" clId="Web-{519C6EA4-8478-E03B-FA07-22BAD7F5E744}" dt="2026-04-10T11:42:51.338" v="191" actId="1076"/>
          <ac:spMkLst>
            <pc:docMk/>
            <pc:sldMk cId="1481558033" sldId="268"/>
            <ac:spMk id="4" creationId="{2285F73F-EA2C-DE69-D99F-E01CD3900A70}"/>
          </ac:spMkLst>
        </pc:spChg>
        <pc:spChg chg="add">
          <ac:chgData name="Guest User" userId="" providerId="Windows Live" clId="Web-{519C6EA4-8478-E03B-FA07-22BAD7F5E744}" dt="2026-04-10T11:42:40.478" v="189"/>
          <ac:spMkLst>
            <pc:docMk/>
            <pc:sldMk cId="1481558033" sldId="268"/>
            <ac:spMk id="9" creationId="{18873D23-2DCF-4B31-A009-95721C06E8E1}"/>
          </ac:spMkLst>
        </pc:spChg>
        <pc:spChg chg="add">
          <ac:chgData name="Guest User" userId="" providerId="Windows Live" clId="Web-{519C6EA4-8478-E03B-FA07-22BAD7F5E744}" dt="2026-04-10T11:42:40.478" v="189"/>
          <ac:spMkLst>
            <pc:docMk/>
            <pc:sldMk cId="1481558033" sldId="268"/>
            <ac:spMk id="11" creationId="{C13EF075-D4EF-4929-ADBC-91B27DA19955}"/>
          </ac:spMkLst>
        </pc:spChg>
        <pc:grpChg chg="add">
          <ac:chgData name="Guest User" userId="" providerId="Windows Live" clId="Web-{519C6EA4-8478-E03B-FA07-22BAD7F5E744}" dt="2026-04-10T11:42:40.478" v="189"/>
          <ac:grpSpMkLst>
            <pc:docMk/>
            <pc:sldMk cId="1481558033" sldId="268"/>
            <ac:grpSpMk id="13" creationId="{DAA26DFA-AAB2-4973-9C17-16D587C7B198}"/>
          </ac:grpSpMkLst>
        </pc:grpChg>
      </pc:sldChg>
      <pc:sldChg chg="addSp modSp mod setBg">
        <pc:chgData name="Guest User" userId="" providerId="Windows Live" clId="Web-{519C6EA4-8478-E03B-FA07-22BAD7F5E744}" dt="2026-04-10T11:40:30.064" v="183" actId="20577"/>
        <pc:sldMkLst>
          <pc:docMk/>
          <pc:sldMk cId="2973671832" sldId="270"/>
        </pc:sldMkLst>
        <pc:spChg chg="mod">
          <ac:chgData name="Guest User" userId="" providerId="Windows Live" clId="Web-{519C6EA4-8478-E03B-FA07-22BAD7F5E744}" dt="2026-04-10T11:40:20.283" v="181" actId="20577"/>
          <ac:spMkLst>
            <pc:docMk/>
            <pc:sldMk cId="2973671832" sldId="270"/>
            <ac:spMk id="2" creationId="{3BE48D62-CACC-5104-6D84-1AF3B801F4ED}"/>
          </ac:spMkLst>
        </pc:spChg>
        <pc:spChg chg="mod">
          <ac:chgData name="Guest User" userId="" providerId="Windows Live" clId="Web-{519C6EA4-8478-E03B-FA07-22BAD7F5E744}" dt="2026-04-10T11:40:30.064" v="183" actId="20577"/>
          <ac:spMkLst>
            <pc:docMk/>
            <pc:sldMk cId="2973671832" sldId="270"/>
            <ac:spMk id="3" creationId="{B7BE8B54-319C-DF7E-F331-2EEEAE33828D}"/>
          </ac:spMkLst>
        </pc:spChg>
        <pc:spChg chg="mod">
          <ac:chgData name="Guest User" userId="" providerId="Windows Live" clId="Web-{519C6EA4-8478-E03B-FA07-22BAD7F5E744}" dt="2026-04-10T11:40:12.252" v="180"/>
          <ac:spMkLst>
            <pc:docMk/>
            <pc:sldMk cId="2973671832" sldId="270"/>
            <ac:spMk id="4" creationId="{92575EB2-B65C-68D1-0329-15ABE350A98C}"/>
          </ac:spMkLst>
        </pc:spChg>
        <pc:spChg chg="add">
          <ac:chgData name="Guest User" userId="" providerId="Windows Live" clId="Web-{519C6EA4-8478-E03B-FA07-22BAD7F5E744}" dt="2026-04-10T11:40:12.252" v="180"/>
          <ac:spMkLst>
            <pc:docMk/>
            <pc:sldMk cId="2973671832" sldId="270"/>
            <ac:spMk id="11" creationId="{245A9F99-D9B1-4094-A2E2-B90AC1DB7B9C}"/>
          </ac:spMkLst>
        </pc:spChg>
        <pc:spChg chg="add">
          <ac:chgData name="Guest User" userId="" providerId="Windows Live" clId="Web-{519C6EA4-8478-E03B-FA07-22BAD7F5E744}" dt="2026-04-10T11:40:12.252" v="180"/>
          <ac:spMkLst>
            <pc:docMk/>
            <pc:sldMk cId="2973671832" sldId="270"/>
            <ac:spMk id="13" creationId="{B7FAF607-473A-4A43-A23D-BBFF5C4117BB}"/>
          </ac:spMkLst>
        </pc:spChg>
        <pc:grpChg chg="add">
          <ac:chgData name="Guest User" userId="" providerId="Windows Live" clId="Web-{519C6EA4-8478-E03B-FA07-22BAD7F5E744}" dt="2026-04-10T11:40:12.252" v="180"/>
          <ac:grpSpMkLst>
            <pc:docMk/>
            <pc:sldMk cId="2973671832" sldId="270"/>
            <ac:grpSpMk id="15" creationId="{C5F6476F-D303-44D3-B30F-1BA348F0F64A}"/>
          </ac:grpSpMkLst>
        </pc:grpChg>
        <pc:picChg chg="add">
          <ac:chgData name="Guest User" userId="" providerId="Windows Live" clId="Web-{519C6EA4-8478-E03B-FA07-22BAD7F5E744}" dt="2026-04-10T11:40:12.252" v="180"/>
          <ac:picMkLst>
            <pc:docMk/>
            <pc:sldMk cId="2973671832" sldId="270"/>
            <ac:picMk id="8" creationId="{F085761C-EE6D-0984-64A9-E47D0CF1E5D4}"/>
          </ac:picMkLst>
        </pc:picChg>
      </pc:sldChg>
      <pc:sldChg chg="addSp modSp mod setBg">
        <pc:chgData name="Guest User" userId="" providerId="Windows Live" clId="Web-{519C6EA4-8478-E03B-FA07-22BAD7F5E744}" dt="2026-04-10T12:36:39.557" v="310" actId="20577"/>
        <pc:sldMkLst>
          <pc:docMk/>
          <pc:sldMk cId="4240071595" sldId="271"/>
        </pc:sldMkLst>
        <pc:spChg chg="mod">
          <ac:chgData name="Guest User" userId="" providerId="Windows Live" clId="Web-{519C6EA4-8478-E03B-FA07-22BAD7F5E744}" dt="2026-04-10T11:41:10.815" v="185" actId="20577"/>
          <ac:spMkLst>
            <pc:docMk/>
            <pc:sldMk cId="4240071595" sldId="271"/>
            <ac:spMk id="2" creationId="{B4B7CD1A-50A4-A1AD-7919-44F02CB9EE20}"/>
          </ac:spMkLst>
        </pc:spChg>
        <pc:spChg chg="mod">
          <ac:chgData name="Guest User" userId="" providerId="Windows Live" clId="Web-{519C6EA4-8478-E03B-FA07-22BAD7F5E744}" dt="2026-04-10T12:36:39.557" v="310" actId="20577"/>
          <ac:spMkLst>
            <pc:docMk/>
            <pc:sldMk cId="4240071595" sldId="271"/>
            <ac:spMk id="3" creationId="{BDFC726C-7E2E-6BF0-FD17-6D7ADB7AB46A}"/>
          </ac:spMkLst>
        </pc:spChg>
        <pc:spChg chg="add">
          <ac:chgData name="Guest User" userId="" providerId="Windows Live" clId="Web-{519C6EA4-8478-E03B-FA07-22BAD7F5E744}" dt="2026-04-10T11:41:04.034" v="184"/>
          <ac:spMkLst>
            <pc:docMk/>
            <pc:sldMk cId="4240071595" sldId="271"/>
            <ac:spMk id="10" creationId="{245A9F99-D9B1-4094-A2E2-B90AC1DB7B9C}"/>
          </ac:spMkLst>
        </pc:spChg>
        <pc:spChg chg="add">
          <ac:chgData name="Guest User" userId="" providerId="Windows Live" clId="Web-{519C6EA4-8478-E03B-FA07-22BAD7F5E744}" dt="2026-04-10T11:41:04.034" v="184"/>
          <ac:spMkLst>
            <pc:docMk/>
            <pc:sldMk cId="4240071595" sldId="271"/>
            <ac:spMk id="12" creationId="{B7FAF607-473A-4A43-A23D-BBFF5C4117BB}"/>
          </ac:spMkLst>
        </pc:spChg>
        <pc:grpChg chg="add">
          <ac:chgData name="Guest User" userId="" providerId="Windows Live" clId="Web-{519C6EA4-8478-E03B-FA07-22BAD7F5E744}" dt="2026-04-10T11:41:04.034" v="184"/>
          <ac:grpSpMkLst>
            <pc:docMk/>
            <pc:sldMk cId="4240071595" sldId="271"/>
            <ac:grpSpMk id="14" creationId="{C5F6476F-D303-44D3-B30F-1BA348F0F64A}"/>
          </ac:grpSpMkLst>
        </pc:grpChg>
        <pc:picChg chg="add">
          <ac:chgData name="Guest User" userId="" providerId="Windows Live" clId="Web-{519C6EA4-8478-E03B-FA07-22BAD7F5E744}" dt="2026-04-10T11:41:04.034" v="184"/>
          <ac:picMkLst>
            <pc:docMk/>
            <pc:sldMk cId="4240071595" sldId="271"/>
            <ac:picMk id="7" creationId="{AE9E888B-F303-F92B-6F0A-1B85E1573337}"/>
          </ac:picMkLst>
        </pc:picChg>
      </pc:sldChg>
      <pc:sldChg chg="addSp modSp mod setBg">
        <pc:chgData name="Guest User" userId="" providerId="Windows Live" clId="Web-{519C6EA4-8478-E03B-FA07-22BAD7F5E744}" dt="2026-04-10T11:44:18.454" v="197" actId="20577"/>
        <pc:sldMkLst>
          <pc:docMk/>
          <pc:sldMk cId="3946609718" sldId="272"/>
        </pc:sldMkLst>
        <pc:spChg chg="mod">
          <ac:chgData name="Guest User" userId="" providerId="Windows Live" clId="Web-{519C6EA4-8478-E03B-FA07-22BAD7F5E744}" dt="2026-04-10T11:44:18.454" v="197" actId="20577"/>
          <ac:spMkLst>
            <pc:docMk/>
            <pc:sldMk cId="3946609718" sldId="272"/>
            <ac:spMk id="2" creationId="{6A2DDB3B-3E21-AF23-C227-D2DD822E65BE}"/>
          </ac:spMkLst>
        </pc:spChg>
        <pc:spChg chg="mod">
          <ac:chgData name="Guest User" userId="" providerId="Windows Live" clId="Web-{519C6EA4-8478-E03B-FA07-22BAD7F5E744}" dt="2026-04-10T11:44:08.156" v="196"/>
          <ac:spMkLst>
            <pc:docMk/>
            <pc:sldMk cId="3946609718" sldId="272"/>
            <ac:spMk id="3" creationId="{404A5044-8064-213E-0CCD-04D31871A281}"/>
          </ac:spMkLst>
        </pc:spChg>
        <pc:spChg chg="add">
          <ac:chgData name="Guest User" userId="" providerId="Windows Live" clId="Web-{519C6EA4-8478-E03B-FA07-22BAD7F5E744}" dt="2026-04-10T11:44:08.156" v="196"/>
          <ac:spMkLst>
            <pc:docMk/>
            <pc:sldMk cId="3946609718" sldId="272"/>
            <ac:spMk id="10" creationId="{245A9F99-D9B1-4094-A2E2-B90AC1DB7B9C}"/>
          </ac:spMkLst>
        </pc:spChg>
        <pc:spChg chg="add">
          <ac:chgData name="Guest User" userId="" providerId="Windows Live" clId="Web-{519C6EA4-8478-E03B-FA07-22BAD7F5E744}" dt="2026-04-10T11:44:08.156" v="196"/>
          <ac:spMkLst>
            <pc:docMk/>
            <pc:sldMk cId="3946609718" sldId="272"/>
            <ac:spMk id="12" creationId="{B7FAF607-473A-4A43-A23D-BBFF5C4117BB}"/>
          </ac:spMkLst>
        </pc:spChg>
        <pc:grpChg chg="add">
          <ac:chgData name="Guest User" userId="" providerId="Windows Live" clId="Web-{519C6EA4-8478-E03B-FA07-22BAD7F5E744}" dt="2026-04-10T11:44:08.156" v="196"/>
          <ac:grpSpMkLst>
            <pc:docMk/>
            <pc:sldMk cId="3946609718" sldId="272"/>
            <ac:grpSpMk id="14" creationId="{C5F6476F-D303-44D3-B30F-1BA348F0F64A}"/>
          </ac:grpSpMkLst>
        </pc:grpChg>
        <pc:picChg chg="add">
          <ac:chgData name="Guest User" userId="" providerId="Windows Live" clId="Web-{519C6EA4-8478-E03B-FA07-22BAD7F5E744}" dt="2026-04-10T11:44:08.156" v="196"/>
          <ac:picMkLst>
            <pc:docMk/>
            <pc:sldMk cId="3946609718" sldId="272"/>
            <ac:picMk id="7" creationId="{9784BDCA-42D2-4FF2-DF83-79F8522E8385}"/>
          </ac:picMkLst>
        </pc:picChg>
      </pc:sldChg>
      <pc:sldChg chg="addSp modSp mod setBg">
        <pc:chgData name="Guest User" userId="" providerId="Windows Live" clId="Web-{519C6EA4-8478-E03B-FA07-22BAD7F5E744}" dt="2026-04-10T11:44:41.768" v="199" actId="20577"/>
        <pc:sldMkLst>
          <pc:docMk/>
          <pc:sldMk cId="621286002" sldId="273"/>
        </pc:sldMkLst>
        <pc:spChg chg="mod">
          <ac:chgData name="Guest User" userId="" providerId="Windows Live" clId="Web-{519C6EA4-8478-E03B-FA07-22BAD7F5E744}" dt="2026-04-10T11:44:41.768" v="199" actId="20577"/>
          <ac:spMkLst>
            <pc:docMk/>
            <pc:sldMk cId="621286002" sldId="273"/>
            <ac:spMk id="2" creationId="{AB398C55-B388-D6B4-9630-7A835EC5C60E}"/>
          </ac:spMkLst>
        </pc:spChg>
        <pc:spChg chg="mod">
          <ac:chgData name="Guest User" userId="" providerId="Windows Live" clId="Web-{519C6EA4-8478-E03B-FA07-22BAD7F5E744}" dt="2026-04-10T11:44:36.721" v="198"/>
          <ac:spMkLst>
            <pc:docMk/>
            <pc:sldMk cId="621286002" sldId="273"/>
            <ac:spMk id="3" creationId="{BE7C4BAB-9841-0709-CBB8-3325D8E6DC82}"/>
          </ac:spMkLst>
        </pc:spChg>
        <pc:spChg chg="add">
          <ac:chgData name="Guest User" userId="" providerId="Windows Live" clId="Web-{519C6EA4-8478-E03B-FA07-22BAD7F5E744}" dt="2026-04-10T11:44:36.721" v="198"/>
          <ac:spMkLst>
            <pc:docMk/>
            <pc:sldMk cId="621286002" sldId="273"/>
            <ac:spMk id="8" creationId="{100EDD19-6802-4EC3-95CE-CFFAB042CFD6}"/>
          </ac:spMkLst>
        </pc:spChg>
        <pc:spChg chg="add">
          <ac:chgData name="Guest User" userId="" providerId="Windows Live" clId="Web-{519C6EA4-8478-E03B-FA07-22BAD7F5E744}" dt="2026-04-10T11:44:36.721" v="198"/>
          <ac:spMkLst>
            <pc:docMk/>
            <pc:sldMk cId="621286002" sldId="273"/>
            <ac:spMk id="10" creationId="{DB17E863-922E-4C26-BD64-E8FD41D28661}"/>
          </ac:spMkLst>
        </pc:spChg>
      </pc:sldChg>
      <pc:sldChg chg="addSp modSp mod setBg">
        <pc:chgData name="Guest User" userId="" providerId="Windows Live" clId="Web-{519C6EA4-8478-E03B-FA07-22BAD7F5E744}" dt="2026-04-10T11:46:14.586" v="202" actId="14100"/>
        <pc:sldMkLst>
          <pc:docMk/>
          <pc:sldMk cId="3691810192" sldId="275"/>
        </pc:sldMkLst>
        <pc:spChg chg="mod">
          <ac:chgData name="Guest User" userId="" providerId="Windows Live" clId="Web-{519C6EA4-8478-E03B-FA07-22BAD7F5E744}" dt="2026-04-10T11:46:01.585" v="200"/>
          <ac:spMkLst>
            <pc:docMk/>
            <pc:sldMk cId="3691810192" sldId="275"/>
            <ac:spMk id="2" creationId="{138433D9-5E88-0A50-6CFA-5C5B1E6EEEB7}"/>
          </ac:spMkLst>
        </pc:spChg>
        <pc:spChg chg="mod">
          <ac:chgData name="Guest User" userId="" providerId="Windows Live" clId="Web-{519C6EA4-8478-E03B-FA07-22BAD7F5E744}" dt="2026-04-10T11:46:01.585" v="200"/>
          <ac:spMkLst>
            <pc:docMk/>
            <pc:sldMk cId="3691810192" sldId="275"/>
            <ac:spMk id="3" creationId="{FF96227B-DB1C-53C5-1568-4E95EE875DD6}"/>
          </ac:spMkLst>
        </pc:spChg>
        <pc:spChg chg="mod">
          <ac:chgData name="Guest User" userId="" providerId="Windows Live" clId="Web-{519C6EA4-8478-E03B-FA07-22BAD7F5E744}" dt="2026-04-10T11:46:14.586" v="202" actId="14100"/>
          <ac:spMkLst>
            <pc:docMk/>
            <pc:sldMk cId="3691810192" sldId="275"/>
            <ac:spMk id="4" creationId="{C013D4C3-8992-CAF4-8CE9-6598C5E57896}"/>
          </ac:spMkLst>
        </pc:spChg>
        <pc:spChg chg="add">
          <ac:chgData name="Guest User" userId="" providerId="Windows Live" clId="Web-{519C6EA4-8478-E03B-FA07-22BAD7F5E744}" dt="2026-04-10T11:46:01.585" v="200"/>
          <ac:spMkLst>
            <pc:docMk/>
            <pc:sldMk cId="3691810192" sldId="275"/>
            <ac:spMk id="11" creationId="{245A9F99-D9B1-4094-A2E2-B90AC1DB7B9C}"/>
          </ac:spMkLst>
        </pc:spChg>
        <pc:spChg chg="add">
          <ac:chgData name="Guest User" userId="" providerId="Windows Live" clId="Web-{519C6EA4-8478-E03B-FA07-22BAD7F5E744}" dt="2026-04-10T11:46:01.585" v="200"/>
          <ac:spMkLst>
            <pc:docMk/>
            <pc:sldMk cId="3691810192" sldId="275"/>
            <ac:spMk id="13" creationId="{B7FAF607-473A-4A43-A23D-BBFF5C4117BB}"/>
          </ac:spMkLst>
        </pc:spChg>
        <pc:grpChg chg="add">
          <ac:chgData name="Guest User" userId="" providerId="Windows Live" clId="Web-{519C6EA4-8478-E03B-FA07-22BAD7F5E744}" dt="2026-04-10T11:46:01.585" v="200"/>
          <ac:grpSpMkLst>
            <pc:docMk/>
            <pc:sldMk cId="3691810192" sldId="275"/>
            <ac:grpSpMk id="15" creationId="{C5F6476F-D303-44D3-B30F-1BA348F0F64A}"/>
          </ac:grpSpMkLst>
        </pc:grpChg>
        <pc:picChg chg="add">
          <ac:chgData name="Guest User" userId="" providerId="Windows Live" clId="Web-{519C6EA4-8478-E03B-FA07-22BAD7F5E744}" dt="2026-04-10T11:46:01.585" v="200"/>
          <ac:picMkLst>
            <pc:docMk/>
            <pc:sldMk cId="3691810192" sldId="275"/>
            <ac:picMk id="8" creationId="{F5EFC880-010D-2F9E-17EE-CA93390232D0}"/>
          </ac:picMkLst>
        </pc:picChg>
      </pc:sldChg>
      <pc:sldChg chg="addSp modSp mod setBg">
        <pc:chgData name="Guest User" userId="" providerId="Windows Live" clId="Web-{519C6EA4-8478-E03B-FA07-22BAD7F5E744}" dt="2026-04-10T11:48:15.387" v="211" actId="20577"/>
        <pc:sldMkLst>
          <pc:docMk/>
          <pc:sldMk cId="338443648" sldId="276"/>
        </pc:sldMkLst>
        <pc:spChg chg="mod">
          <ac:chgData name="Guest User" userId="" providerId="Windows Live" clId="Web-{519C6EA4-8478-E03B-FA07-22BAD7F5E744}" dt="2026-04-10T11:48:15.387" v="211" actId="20577"/>
          <ac:spMkLst>
            <pc:docMk/>
            <pc:sldMk cId="338443648" sldId="276"/>
            <ac:spMk id="2" creationId="{AA50BD9A-012C-A3EE-24CD-8BB51A9E8AF7}"/>
          </ac:spMkLst>
        </pc:spChg>
        <pc:spChg chg="mod">
          <ac:chgData name="Guest User" userId="" providerId="Windows Live" clId="Web-{519C6EA4-8478-E03B-FA07-22BAD7F5E744}" dt="2026-04-10T11:47:34.198" v="205" actId="20577"/>
          <ac:spMkLst>
            <pc:docMk/>
            <pc:sldMk cId="338443648" sldId="276"/>
            <ac:spMk id="3" creationId="{FDCBBAD4-FB34-E5AA-D225-5EF50976D873}"/>
          </ac:spMkLst>
        </pc:spChg>
        <pc:spChg chg="add">
          <ac:chgData name="Guest User" userId="" providerId="Windows Live" clId="Web-{519C6EA4-8478-E03B-FA07-22BAD7F5E744}" dt="2026-04-10T11:47:17.385" v="203"/>
          <ac:spMkLst>
            <pc:docMk/>
            <pc:sldMk cId="338443648" sldId="276"/>
            <ac:spMk id="8" creationId="{18873D23-2DCF-4B31-A009-95721C06E8E1}"/>
          </ac:spMkLst>
        </pc:spChg>
        <pc:spChg chg="add">
          <ac:chgData name="Guest User" userId="" providerId="Windows Live" clId="Web-{519C6EA4-8478-E03B-FA07-22BAD7F5E744}" dt="2026-04-10T11:47:17.385" v="203"/>
          <ac:spMkLst>
            <pc:docMk/>
            <pc:sldMk cId="338443648" sldId="276"/>
            <ac:spMk id="10" creationId="{C13EF075-D4EF-4929-ADBC-91B27DA19955}"/>
          </ac:spMkLst>
        </pc:spChg>
        <pc:grpChg chg="add">
          <ac:chgData name="Guest User" userId="" providerId="Windows Live" clId="Web-{519C6EA4-8478-E03B-FA07-22BAD7F5E744}" dt="2026-04-10T11:47:17.385" v="203"/>
          <ac:grpSpMkLst>
            <pc:docMk/>
            <pc:sldMk cId="338443648" sldId="276"/>
            <ac:grpSpMk id="12" creationId="{DAA26DFA-AAB2-4973-9C17-16D587C7B198}"/>
          </ac:grpSpMkLst>
        </pc:grpChg>
      </pc:sldChg>
      <pc:sldChg chg="addSp modSp mod setBg">
        <pc:chgData name="Guest User" userId="" providerId="Windows Live" clId="Web-{519C6EA4-8478-E03B-FA07-22BAD7F5E744}" dt="2026-04-10T11:48:06.622" v="210" actId="20577"/>
        <pc:sldMkLst>
          <pc:docMk/>
          <pc:sldMk cId="1063256133" sldId="277"/>
        </pc:sldMkLst>
        <pc:spChg chg="mod">
          <ac:chgData name="Guest User" userId="" providerId="Windows Live" clId="Web-{519C6EA4-8478-E03B-FA07-22BAD7F5E744}" dt="2026-04-10T11:48:06.622" v="210" actId="20577"/>
          <ac:spMkLst>
            <pc:docMk/>
            <pc:sldMk cId="1063256133" sldId="277"/>
            <ac:spMk id="2" creationId="{E74399FC-3EE2-EB40-6D19-0D5055B5B5D2}"/>
          </ac:spMkLst>
        </pc:spChg>
        <pc:spChg chg="mod">
          <ac:chgData name="Guest User" userId="" providerId="Windows Live" clId="Web-{519C6EA4-8478-E03B-FA07-22BAD7F5E744}" dt="2026-04-10T11:48:00.106" v="209" actId="20577"/>
          <ac:spMkLst>
            <pc:docMk/>
            <pc:sldMk cId="1063256133" sldId="277"/>
            <ac:spMk id="3" creationId="{BEF37BB8-511F-EBC7-5ACB-6A92DBE78700}"/>
          </ac:spMkLst>
        </pc:spChg>
        <pc:spChg chg="add">
          <ac:chgData name="Guest User" userId="" providerId="Windows Live" clId="Web-{519C6EA4-8478-E03B-FA07-22BAD7F5E744}" dt="2026-04-10T11:47:47.246" v="206"/>
          <ac:spMkLst>
            <pc:docMk/>
            <pc:sldMk cId="1063256133" sldId="277"/>
            <ac:spMk id="8" creationId="{18873D23-2DCF-4B31-A009-95721C06E8E1}"/>
          </ac:spMkLst>
        </pc:spChg>
        <pc:spChg chg="add">
          <ac:chgData name="Guest User" userId="" providerId="Windows Live" clId="Web-{519C6EA4-8478-E03B-FA07-22BAD7F5E744}" dt="2026-04-10T11:47:47.246" v="206"/>
          <ac:spMkLst>
            <pc:docMk/>
            <pc:sldMk cId="1063256133" sldId="277"/>
            <ac:spMk id="10" creationId="{C13EF075-D4EF-4929-ADBC-91B27DA19955}"/>
          </ac:spMkLst>
        </pc:spChg>
        <pc:grpChg chg="add">
          <ac:chgData name="Guest User" userId="" providerId="Windows Live" clId="Web-{519C6EA4-8478-E03B-FA07-22BAD7F5E744}" dt="2026-04-10T11:47:47.246" v="206"/>
          <ac:grpSpMkLst>
            <pc:docMk/>
            <pc:sldMk cId="1063256133" sldId="277"/>
            <ac:grpSpMk id="12" creationId="{DAA26DFA-AAB2-4973-9C17-16D587C7B198}"/>
          </ac:grpSpMkLst>
        </pc:grpChg>
      </pc:sldChg>
      <pc:sldChg chg="addSp modSp mod setBg">
        <pc:chgData name="Guest User" userId="" providerId="Windows Live" clId="Web-{519C6EA4-8478-E03B-FA07-22BAD7F5E744}" dt="2026-04-10T11:49:20.546" v="213" actId="20577"/>
        <pc:sldMkLst>
          <pc:docMk/>
          <pc:sldMk cId="3814841371" sldId="279"/>
        </pc:sldMkLst>
        <pc:spChg chg="mod">
          <ac:chgData name="Guest User" userId="" providerId="Windows Live" clId="Web-{519C6EA4-8478-E03B-FA07-22BAD7F5E744}" dt="2026-04-10T11:49:20.546" v="213" actId="20577"/>
          <ac:spMkLst>
            <pc:docMk/>
            <pc:sldMk cId="3814841371" sldId="279"/>
            <ac:spMk id="2" creationId="{58B8BF10-9BB7-543F-9D7E-27A8893A8AD1}"/>
          </ac:spMkLst>
        </pc:spChg>
        <pc:spChg chg="mod">
          <ac:chgData name="Guest User" userId="" providerId="Windows Live" clId="Web-{519C6EA4-8478-E03B-FA07-22BAD7F5E744}" dt="2026-04-10T11:49:15.327" v="212"/>
          <ac:spMkLst>
            <pc:docMk/>
            <pc:sldMk cId="3814841371" sldId="279"/>
            <ac:spMk id="3" creationId="{B826068F-B2DC-DA63-CA93-1E18065A1BB8}"/>
          </ac:spMkLst>
        </pc:spChg>
        <pc:spChg chg="add">
          <ac:chgData name="Guest User" userId="" providerId="Windows Live" clId="Web-{519C6EA4-8478-E03B-FA07-22BAD7F5E744}" dt="2026-04-10T11:49:15.327" v="212"/>
          <ac:spMkLst>
            <pc:docMk/>
            <pc:sldMk cId="3814841371" sldId="279"/>
            <ac:spMk id="8" creationId="{18873D23-2DCF-4B31-A009-95721C06E8E1}"/>
          </ac:spMkLst>
        </pc:spChg>
        <pc:spChg chg="add">
          <ac:chgData name="Guest User" userId="" providerId="Windows Live" clId="Web-{519C6EA4-8478-E03B-FA07-22BAD7F5E744}" dt="2026-04-10T11:49:15.327" v="212"/>
          <ac:spMkLst>
            <pc:docMk/>
            <pc:sldMk cId="3814841371" sldId="279"/>
            <ac:spMk id="10" creationId="{C13EF075-D4EF-4929-ADBC-91B27DA19955}"/>
          </ac:spMkLst>
        </pc:spChg>
        <pc:grpChg chg="add">
          <ac:chgData name="Guest User" userId="" providerId="Windows Live" clId="Web-{519C6EA4-8478-E03B-FA07-22BAD7F5E744}" dt="2026-04-10T11:49:15.327" v="212"/>
          <ac:grpSpMkLst>
            <pc:docMk/>
            <pc:sldMk cId="3814841371" sldId="279"/>
            <ac:grpSpMk id="12" creationId="{DAA26DFA-AAB2-4973-9C17-16D587C7B198}"/>
          </ac:grpSpMkLst>
        </pc:grpChg>
      </pc:sldChg>
      <pc:sldChg chg="addSp modSp mod setBg">
        <pc:chgData name="Guest User" userId="" providerId="Windows Live" clId="Web-{519C6EA4-8478-E03B-FA07-22BAD7F5E744}" dt="2026-04-10T12:04:47.378" v="276" actId="1076"/>
        <pc:sldMkLst>
          <pc:docMk/>
          <pc:sldMk cId="211882748" sldId="280"/>
        </pc:sldMkLst>
        <pc:spChg chg="mod">
          <ac:chgData name="Guest User" userId="" providerId="Windows Live" clId="Web-{519C6EA4-8478-E03B-FA07-22BAD7F5E744}" dt="2026-04-10T11:58:47.245" v="230" actId="20577"/>
          <ac:spMkLst>
            <pc:docMk/>
            <pc:sldMk cId="211882748" sldId="280"/>
            <ac:spMk id="2" creationId="{D0130DA5-5056-574B-E6B3-7DE8C703E849}"/>
          </ac:spMkLst>
        </pc:spChg>
        <pc:spChg chg="mod">
          <ac:chgData name="Guest User" userId="" providerId="Windows Live" clId="Web-{519C6EA4-8478-E03B-FA07-22BAD7F5E744}" dt="2026-04-10T11:59:16.388" v="236" actId="20577"/>
          <ac:spMkLst>
            <pc:docMk/>
            <pc:sldMk cId="211882748" sldId="280"/>
            <ac:spMk id="3" creationId="{CE0519BB-216A-3BFF-9FA2-54895BA7512C}"/>
          </ac:spMkLst>
        </pc:spChg>
        <pc:spChg chg="mod">
          <ac:chgData name="Guest User" userId="" providerId="Windows Live" clId="Web-{519C6EA4-8478-E03B-FA07-22BAD7F5E744}" dt="2026-04-10T12:04:47.378" v="276" actId="1076"/>
          <ac:spMkLst>
            <pc:docMk/>
            <pc:sldMk cId="211882748" sldId="280"/>
            <ac:spMk id="4" creationId="{5A234E3C-FA27-3459-5349-1AA04CFD81E1}"/>
          </ac:spMkLst>
        </pc:spChg>
        <pc:spChg chg="add">
          <ac:chgData name="Guest User" userId="" providerId="Windows Live" clId="Web-{519C6EA4-8478-E03B-FA07-22BAD7F5E744}" dt="2026-04-10T11:58:22.369" v="229"/>
          <ac:spMkLst>
            <pc:docMk/>
            <pc:sldMk cId="211882748" sldId="280"/>
            <ac:spMk id="9" creationId="{09588DA8-065E-4F6F-8EFD-43104AB2E0CF}"/>
          </ac:spMkLst>
        </pc:spChg>
        <pc:spChg chg="add">
          <ac:chgData name="Guest User" userId="" providerId="Windows Live" clId="Web-{519C6EA4-8478-E03B-FA07-22BAD7F5E744}" dt="2026-04-10T11:58:22.369" v="229"/>
          <ac:spMkLst>
            <pc:docMk/>
            <pc:sldMk cId="211882748" sldId="280"/>
            <ac:spMk id="11" creationId="{C4285719-470E-454C-AF62-8323075F1F5B}"/>
          </ac:spMkLst>
        </pc:spChg>
        <pc:spChg chg="add">
          <ac:chgData name="Guest User" userId="" providerId="Windows Live" clId="Web-{519C6EA4-8478-E03B-FA07-22BAD7F5E744}" dt="2026-04-10T11:58:22.369" v="229"/>
          <ac:spMkLst>
            <pc:docMk/>
            <pc:sldMk cId="211882748" sldId="280"/>
            <ac:spMk id="13" creationId="{CD9FE4EF-C4D8-49A0-B2FF-81D8DB7D8A24}"/>
          </ac:spMkLst>
        </pc:spChg>
        <pc:spChg chg="add">
          <ac:chgData name="Guest User" userId="" providerId="Windows Live" clId="Web-{519C6EA4-8478-E03B-FA07-22BAD7F5E744}" dt="2026-04-10T11:58:22.369" v="229"/>
          <ac:spMkLst>
            <pc:docMk/>
            <pc:sldMk cId="211882748" sldId="280"/>
            <ac:spMk id="15" creationId="{4300840D-0A0B-4512-BACA-B439D5B9C57C}"/>
          </ac:spMkLst>
        </pc:spChg>
        <pc:spChg chg="add">
          <ac:chgData name="Guest User" userId="" providerId="Windows Live" clId="Web-{519C6EA4-8478-E03B-FA07-22BAD7F5E744}" dt="2026-04-10T11:58:22.369" v="229"/>
          <ac:spMkLst>
            <pc:docMk/>
            <pc:sldMk cId="211882748" sldId="280"/>
            <ac:spMk id="17" creationId="{D2B78728-A580-49A7-84F9-6EF6F583ADE0}"/>
          </ac:spMkLst>
        </pc:spChg>
        <pc:spChg chg="add">
          <ac:chgData name="Guest User" userId="" providerId="Windows Live" clId="Web-{519C6EA4-8478-E03B-FA07-22BAD7F5E744}" dt="2026-04-10T11:58:22.369" v="229"/>
          <ac:spMkLst>
            <pc:docMk/>
            <pc:sldMk cId="211882748" sldId="280"/>
            <ac:spMk id="19" creationId="{38FAA1A1-D861-433F-88FA-1E9D6FD31D11}"/>
          </ac:spMkLst>
        </pc:spChg>
        <pc:spChg chg="add">
          <ac:chgData name="Guest User" userId="" providerId="Windows Live" clId="Web-{519C6EA4-8478-E03B-FA07-22BAD7F5E744}" dt="2026-04-10T11:58:22.369" v="229"/>
          <ac:spMkLst>
            <pc:docMk/>
            <pc:sldMk cId="211882748" sldId="280"/>
            <ac:spMk id="21" creationId="{8D71EDA1-87BF-4D5D-AB79-F346FD19278A}"/>
          </ac:spMkLst>
        </pc:spChg>
      </pc:sldChg>
      <pc:sldChg chg="addSp modSp mod setBg">
        <pc:chgData name="Guest User" userId="" providerId="Windows Live" clId="Web-{519C6EA4-8478-E03B-FA07-22BAD7F5E744}" dt="2026-04-10T12:01:12.132" v="255" actId="20577"/>
        <pc:sldMkLst>
          <pc:docMk/>
          <pc:sldMk cId="1665383020" sldId="281"/>
        </pc:sldMkLst>
        <pc:spChg chg="mod">
          <ac:chgData name="Guest User" userId="" providerId="Windows Live" clId="Web-{519C6EA4-8478-E03B-FA07-22BAD7F5E744}" dt="2026-04-10T12:00:34.723" v="247" actId="1076"/>
          <ac:spMkLst>
            <pc:docMk/>
            <pc:sldMk cId="1665383020" sldId="281"/>
            <ac:spMk id="2" creationId="{12316F94-6C25-5737-3607-48DCEE960443}"/>
          </ac:spMkLst>
        </pc:spChg>
        <pc:spChg chg="mod">
          <ac:chgData name="Guest User" userId="" providerId="Windows Live" clId="Web-{519C6EA4-8478-E03B-FA07-22BAD7F5E744}" dt="2026-04-10T12:01:12.132" v="255" actId="20577"/>
          <ac:spMkLst>
            <pc:docMk/>
            <pc:sldMk cId="1665383020" sldId="281"/>
            <ac:spMk id="3" creationId="{1EF969C0-D9D9-7C3F-1B9B-9A4BEAB6F073}"/>
          </ac:spMkLst>
        </pc:spChg>
        <pc:spChg chg="mod">
          <ac:chgData name="Guest User" userId="" providerId="Windows Live" clId="Web-{519C6EA4-8478-E03B-FA07-22BAD7F5E744}" dt="2026-04-10T12:00:45.505" v="249" actId="1076"/>
          <ac:spMkLst>
            <pc:docMk/>
            <pc:sldMk cId="1665383020" sldId="281"/>
            <ac:spMk id="4" creationId="{CB9D979F-1158-59CB-E7BC-3FD49CA499B2}"/>
          </ac:spMkLst>
        </pc:spChg>
        <pc:spChg chg="add">
          <ac:chgData name="Guest User" userId="" providerId="Windows Live" clId="Web-{519C6EA4-8478-E03B-FA07-22BAD7F5E744}" dt="2026-04-10T11:59:35.718" v="237"/>
          <ac:spMkLst>
            <pc:docMk/>
            <pc:sldMk cId="1665383020" sldId="281"/>
            <ac:spMk id="11" creationId="{245A9F99-D9B1-4094-A2E2-B90AC1DB7B9C}"/>
          </ac:spMkLst>
        </pc:spChg>
        <pc:spChg chg="add">
          <ac:chgData name="Guest User" userId="" providerId="Windows Live" clId="Web-{519C6EA4-8478-E03B-FA07-22BAD7F5E744}" dt="2026-04-10T11:59:35.718" v="237"/>
          <ac:spMkLst>
            <pc:docMk/>
            <pc:sldMk cId="1665383020" sldId="281"/>
            <ac:spMk id="13" creationId="{B7FAF607-473A-4A43-A23D-BBFF5C4117BB}"/>
          </ac:spMkLst>
        </pc:spChg>
        <pc:grpChg chg="add">
          <ac:chgData name="Guest User" userId="" providerId="Windows Live" clId="Web-{519C6EA4-8478-E03B-FA07-22BAD7F5E744}" dt="2026-04-10T11:59:35.718" v="237"/>
          <ac:grpSpMkLst>
            <pc:docMk/>
            <pc:sldMk cId="1665383020" sldId="281"/>
            <ac:grpSpMk id="15" creationId="{C5F6476F-D303-44D3-B30F-1BA348F0F64A}"/>
          </ac:grpSpMkLst>
        </pc:grpChg>
        <pc:picChg chg="add">
          <ac:chgData name="Guest User" userId="" providerId="Windows Live" clId="Web-{519C6EA4-8478-E03B-FA07-22BAD7F5E744}" dt="2026-04-10T11:59:35.718" v="237"/>
          <ac:picMkLst>
            <pc:docMk/>
            <pc:sldMk cId="1665383020" sldId="281"/>
            <ac:picMk id="8" creationId="{8EA002D0-0915-91A3-A106-64282F8C8522}"/>
          </ac:picMkLst>
        </pc:picChg>
      </pc:sldChg>
      <pc:sldChg chg="addSp modSp mod setBg">
        <pc:chgData name="Guest User" userId="" providerId="Windows Live" clId="Web-{519C6EA4-8478-E03B-FA07-22BAD7F5E744}" dt="2026-04-10T12:03:16.686" v="273"/>
        <pc:sldMkLst>
          <pc:docMk/>
          <pc:sldMk cId="3524810193" sldId="282"/>
        </pc:sldMkLst>
        <pc:spChg chg="mod">
          <ac:chgData name="Guest User" userId="" providerId="Windows Live" clId="Web-{519C6EA4-8478-E03B-FA07-22BAD7F5E744}" dt="2026-04-10T12:02:23.355" v="264" actId="1076"/>
          <ac:spMkLst>
            <pc:docMk/>
            <pc:sldMk cId="3524810193" sldId="282"/>
            <ac:spMk id="2" creationId="{E137CACC-0EA3-8DD7-0685-01AB63573170}"/>
          </ac:spMkLst>
        </pc:spChg>
        <pc:spChg chg="mod">
          <ac:chgData name="Guest User" userId="" providerId="Windows Live" clId="Web-{519C6EA4-8478-E03B-FA07-22BAD7F5E744}" dt="2026-04-10T12:02:37.137" v="266" actId="1076"/>
          <ac:spMkLst>
            <pc:docMk/>
            <pc:sldMk cId="3524810193" sldId="282"/>
            <ac:spMk id="3" creationId="{A12A1155-5A1D-6F2E-6156-EFA6DE01215D}"/>
          </ac:spMkLst>
        </pc:spChg>
        <pc:spChg chg="mod">
          <ac:chgData name="Guest User" userId="" providerId="Windows Live" clId="Web-{519C6EA4-8478-E03B-FA07-22BAD7F5E744}" dt="2026-04-10T12:03:16.686" v="273"/>
          <ac:spMkLst>
            <pc:docMk/>
            <pc:sldMk cId="3524810193" sldId="282"/>
            <ac:spMk id="4" creationId="{F9B8DB1E-66EE-5EA0-3762-FEE3738D094D}"/>
          </ac:spMkLst>
        </pc:spChg>
        <pc:spChg chg="add">
          <ac:chgData name="Guest User" userId="" providerId="Windows Live" clId="Web-{519C6EA4-8478-E03B-FA07-22BAD7F5E744}" dt="2026-04-10T12:01:34.571" v="256"/>
          <ac:spMkLst>
            <pc:docMk/>
            <pc:sldMk cId="3524810193" sldId="282"/>
            <ac:spMk id="11" creationId="{245A9F99-D9B1-4094-A2E2-B90AC1DB7B9C}"/>
          </ac:spMkLst>
        </pc:spChg>
        <pc:spChg chg="add">
          <ac:chgData name="Guest User" userId="" providerId="Windows Live" clId="Web-{519C6EA4-8478-E03B-FA07-22BAD7F5E744}" dt="2026-04-10T12:01:34.571" v="256"/>
          <ac:spMkLst>
            <pc:docMk/>
            <pc:sldMk cId="3524810193" sldId="282"/>
            <ac:spMk id="13" creationId="{B7FAF607-473A-4A43-A23D-BBFF5C4117BB}"/>
          </ac:spMkLst>
        </pc:spChg>
        <pc:grpChg chg="add">
          <ac:chgData name="Guest User" userId="" providerId="Windows Live" clId="Web-{519C6EA4-8478-E03B-FA07-22BAD7F5E744}" dt="2026-04-10T12:01:34.571" v="256"/>
          <ac:grpSpMkLst>
            <pc:docMk/>
            <pc:sldMk cId="3524810193" sldId="282"/>
            <ac:grpSpMk id="15" creationId="{C5F6476F-D303-44D3-B30F-1BA348F0F64A}"/>
          </ac:grpSpMkLst>
        </pc:grpChg>
        <pc:picChg chg="add">
          <ac:chgData name="Guest User" userId="" providerId="Windows Live" clId="Web-{519C6EA4-8478-E03B-FA07-22BAD7F5E744}" dt="2026-04-10T12:01:34.571" v="256"/>
          <ac:picMkLst>
            <pc:docMk/>
            <pc:sldMk cId="3524810193" sldId="282"/>
            <ac:picMk id="8" creationId="{317F723D-1BB1-42E5-34C5-98EEA903BF4F}"/>
          </ac:picMkLst>
        </pc:picChg>
      </pc:sldChg>
      <pc:sldChg chg="addSp delSp modSp new mod setBg">
        <pc:chgData name="Guest User" userId="" providerId="Windows Live" clId="Web-{519C6EA4-8478-E03B-FA07-22BAD7F5E744}" dt="2026-04-10T11:22:27.619" v="55" actId="1076"/>
        <pc:sldMkLst>
          <pc:docMk/>
          <pc:sldMk cId="3967080884" sldId="283"/>
        </pc:sldMkLst>
        <pc:spChg chg="mod">
          <ac:chgData name="Guest User" userId="" providerId="Windows Live" clId="Web-{519C6EA4-8478-E03B-FA07-22BAD7F5E744}" dt="2026-04-10T11:22:17.572" v="53" actId="14100"/>
          <ac:spMkLst>
            <pc:docMk/>
            <pc:sldMk cId="3967080884" sldId="283"/>
            <ac:spMk id="2" creationId="{6609A3A1-B4B5-1B5C-B8DA-97A0306F4D6F}"/>
          </ac:spMkLst>
        </pc:spChg>
        <pc:spChg chg="del">
          <ac:chgData name="Guest User" userId="" providerId="Windows Live" clId="Web-{519C6EA4-8478-E03B-FA07-22BAD7F5E744}" dt="2026-04-10T11:20:47.742" v="36"/>
          <ac:spMkLst>
            <pc:docMk/>
            <pc:sldMk cId="3967080884" sldId="283"/>
            <ac:spMk id="3" creationId="{E3A2C9AB-60BE-62BA-A847-35A0457D2D8A}"/>
          </ac:spMkLst>
        </pc:spChg>
        <pc:spChg chg="add mod">
          <ac:chgData name="Guest User" userId="" providerId="Windows Live" clId="Web-{519C6EA4-8478-E03B-FA07-22BAD7F5E744}" dt="2026-04-10T11:21:18.071" v="41" actId="20577"/>
          <ac:spMkLst>
            <pc:docMk/>
            <pc:sldMk cId="3967080884" sldId="283"/>
            <ac:spMk id="11" creationId="{0E4B503D-5CF5-E064-212D-447EC10A32FA}"/>
          </ac:spMkLst>
        </pc:spChg>
        <pc:spChg chg="add">
          <ac:chgData name="Guest User" userId="" providerId="Windows Live" clId="Web-{519C6EA4-8478-E03B-FA07-22BAD7F5E744}" dt="2026-04-10T11:21:04.852" v="40"/>
          <ac:spMkLst>
            <pc:docMk/>
            <pc:sldMk cId="3967080884" sldId="283"/>
            <ac:spMk id="14" creationId="{C3896A03-3945-419A-B66B-4EE266EDD152}"/>
          </ac:spMkLst>
        </pc:spChg>
        <pc:spChg chg="add">
          <ac:chgData name="Guest User" userId="" providerId="Windows Live" clId="Web-{519C6EA4-8478-E03B-FA07-22BAD7F5E744}" dt="2026-04-10T11:21:04.852" v="40"/>
          <ac:spMkLst>
            <pc:docMk/>
            <pc:sldMk cId="3967080884" sldId="283"/>
            <ac:spMk id="16" creationId="{B34F5AD2-EDBD-4BBD-A55C-EAFFD0C7097A}"/>
          </ac:spMkLst>
        </pc:spChg>
        <pc:spChg chg="add">
          <ac:chgData name="Guest User" userId="" providerId="Windows Live" clId="Web-{519C6EA4-8478-E03B-FA07-22BAD7F5E744}" dt="2026-04-10T11:21:04.852" v="40"/>
          <ac:spMkLst>
            <pc:docMk/>
            <pc:sldMk cId="3967080884" sldId="283"/>
            <ac:spMk id="18" creationId="{450D3AD2-FA80-415F-A9CE-54D884561CD7}"/>
          </ac:spMkLst>
        </pc:spChg>
        <pc:picChg chg="add mod ord">
          <ac:chgData name="Guest User" userId="" providerId="Windows Live" clId="Web-{519C6EA4-8478-E03B-FA07-22BAD7F5E744}" dt="2026-04-10T11:21:31.837" v="45" actId="14100"/>
          <ac:picMkLst>
            <pc:docMk/>
            <pc:sldMk cId="3967080884" sldId="283"/>
            <ac:picMk id="4" creationId="{12EB7D22-6CA0-A009-9F89-8B49603342A6}"/>
          </ac:picMkLst>
        </pc:picChg>
        <pc:picChg chg="add mod">
          <ac:chgData name="Guest User" userId="" providerId="Windows Live" clId="Web-{519C6EA4-8478-E03B-FA07-22BAD7F5E744}" dt="2026-04-10T11:22:27.619" v="55" actId="1076"/>
          <ac:picMkLst>
            <pc:docMk/>
            <pc:sldMk cId="3967080884" sldId="283"/>
            <ac:picMk id="5" creationId="{60F1E490-6DFC-D9E4-5652-58D3F3C1C692}"/>
          </ac:picMkLst>
        </pc:picChg>
        <pc:picChg chg="add mod">
          <ac:chgData name="Guest User" userId="" providerId="Windows Live" clId="Web-{519C6EA4-8478-E03B-FA07-22BAD7F5E744}" dt="2026-04-10T11:21:40.040" v="47" actId="14100"/>
          <ac:picMkLst>
            <pc:docMk/>
            <pc:sldMk cId="3967080884" sldId="283"/>
            <ac:picMk id="6" creationId="{B3FDF3AE-A46A-0D47-57CB-C385799E6076}"/>
          </ac:picMkLst>
        </pc:picChg>
        <pc:picChg chg="add mod">
          <ac:chgData name="Guest User" userId="" providerId="Windows Live" clId="Web-{519C6EA4-8478-E03B-FA07-22BAD7F5E744}" dt="2026-04-10T11:21:55.587" v="51" actId="14100"/>
          <ac:picMkLst>
            <pc:docMk/>
            <pc:sldMk cId="3967080884" sldId="283"/>
            <ac:picMk id="7" creationId="{CDD2190E-21E5-DE16-AF73-E5F9C2E77C51}"/>
          </ac:picMkLst>
        </pc:picChg>
      </pc:sldChg>
      <pc:sldChg chg="addSp delSp modSp new mod setBg">
        <pc:chgData name="Guest User" userId="" providerId="Windows Live" clId="Web-{519C6EA4-8478-E03B-FA07-22BAD7F5E744}" dt="2026-04-10T11:39:57.939" v="179" actId="1076"/>
        <pc:sldMkLst>
          <pc:docMk/>
          <pc:sldMk cId="1173347044" sldId="284"/>
        </pc:sldMkLst>
        <pc:spChg chg="del">
          <ac:chgData name="Guest User" userId="" providerId="Windows Live" clId="Web-{519C6EA4-8478-E03B-FA07-22BAD7F5E744}" dt="2026-04-10T11:32:05.882" v="82"/>
          <ac:spMkLst>
            <pc:docMk/>
            <pc:sldMk cId="1173347044" sldId="284"/>
            <ac:spMk id="2" creationId="{B0D06A23-E5AB-C89A-C4F4-7F525C9F53E7}"/>
          </ac:spMkLst>
        </pc:spChg>
        <pc:spChg chg="del">
          <ac:chgData name="Guest User" userId="" providerId="Windows Live" clId="Web-{519C6EA4-8478-E03B-FA07-22BAD7F5E744}" dt="2026-04-10T11:31:52.163" v="81"/>
          <ac:spMkLst>
            <pc:docMk/>
            <pc:sldMk cId="1173347044" sldId="284"/>
            <ac:spMk id="3" creationId="{305A7CB3-CD81-BFF4-A9B0-F2441F23A1D8}"/>
          </ac:spMkLst>
        </pc:spChg>
        <pc:spChg chg="add mod">
          <ac:chgData name="Guest User" userId="" providerId="Windows Live" clId="Web-{519C6EA4-8478-E03B-FA07-22BAD7F5E744}" dt="2026-04-10T11:39:43.564" v="178" actId="14100"/>
          <ac:spMkLst>
            <pc:docMk/>
            <pc:sldMk cId="1173347044" sldId="284"/>
            <ac:spMk id="7" creationId="{EFA7D118-D423-E73D-0961-791E85E128C3}"/>
          </ac:spMkLst>
        </pc:spChg>
        <pc:spChg chg="add del">
          <ac:chgData name="Guest User" userId="" providerId="Windows Live" clId="Web-{519C6EA4-8478-E03B-FA07-22BAD7F5E744}" dt="2026-04-10T11:37:12.702" v="136"/>
          <ac:spMkLst>
            <pc:docMk/>
            <pc:sldMk cId="1173347044" sldId="284"/>
            <ac:spMk id="8" creationId="{49E6A061-340B-1880-A0A7-C64E1E12784E}"/>
          </ac:spMkLst>
        </pc:spChg>
        <pc:spChg chg="add mod">
          <ac:chgData name="Guest User" userId="" providerId="Windows Live" clId="Web-{519C6EA4-8478-E03B-FA07-22BAD7F5E744}" dt="2026-04-10T11:39:32.204" v="175" actId="1076"/>
          <ac:spMkLst>
            <pc:docMk/>
            <pc:sldMk cId="1173347044" sldId="284"/>
            <ac:spMk id="9" creationId="{712D6FBC-F681-3D37-E623-138D3055A57C}"/>
          </ac:spMkLst>
        </pc:spChg>
        <pc:spChg chg="add mod">
          <ac:chgData name="Guest User" userId="" providerId="Windows Live" clId="Web-{519C6EA4-8478-E03B-FA07-22BAD7F5E744}" dt="2026-04-10T11:39:57.939" v="179" actId="1076"/>
          <ac:spMkLst>
            <pc:docMk/>
            <pc:sldMk cId="1173347044" sldId="284"/>
            <ac:spMk id="10" creationId="{6F1C0186-B684-F2A8-CBAE-25F6023BD2F5}"/>
          </ac:spMkLst>
        </pc:spChg>
        <pc:spChg chg="add del">
          <ac:chgData name="Guest User" userId="" providerId="Windows Live" clId="Web-{519C6EA4-8478-E03B-FA07-22BAD7F5E744}" dt="2026-04-10T11:35:04.949" v="87"/>
          <ac:spMkLst>
            <pc:docMk/>
            <pc:sldMk cId="1173347044" sldId="284"/>
            <ac:spMk id="13" creationId="{0550F5B9-399F-4FAD-AE6C-ED65F9A43A74}"/>
          </ac:spMkLst>
        </pc:spChg>
        <pc:spChg chg="add del">
          <ac:chgData name="Guest User" userId="" providerId="Windows Live" clId="Web-{519C6EA4-8478-E03B-FA07-22BAD7F5E744}" dt="2026-04-10T11:35:04.949" v="87"/>
          <ac:spMkLst>
            <pc:docMk/>
            <pc:sldMk cId="1173347044" sldId="284"/>
            <ac:spMk id="15" creationId="{C062E60F-5CD4-4268-8359-8076634680E5}"/>
          </ac:spMkLst>
        </pc:spChg>
        <pc:spChg chg="add del">
          <ac:chgData name="Guest User" userId="" providerId="Windows Live" clId="Web-{519C6EA4-8478-E03B-FA07-22BAD7F5E744}" dt="2026-04-10T11:35:04.949" v="87"/>
          <ac:spMkLst>
            <pc:docMk/>
            <pc:sldMk cId="1173347044" sldId="284"/>
            <ac:spMk id="17" creationId="{BB341EC3-1810-4D33-BA3F-E2D0AA0ECFB6}"/>
          </ac:spMkLst>
        </pc:spChg>
        <pc:spChg chg="add del">
          <ac:chgData name="Guest User" userId="" providerId="Windows Live" clId="Web-{519C6EA4-8478-E03B-FA07-22BAD7F5E744}" dt="2026-04-10T11:35:04.949" v="87"/>
          <ac:spMkLst>
            <pc:docMk/>
            <pc:sldMk cId="1173347044" sldId="284"/>
            <ac:spMk id="19" creationId="{10127CDE-2B99-47A8-BB3C-7D17519105E0}"/>
          </ac:spMkLst>
        </pc:spChg>
        <pc:spChg chg="add">
          <ac:chgData name="Guest User" userId="" providerId="Windows Live" clId="Web-{519C6EA4-8478-E03B-FA07-22BAD7F5E744}" dt="2026-04-10T11:35:04.949" v="87"/>
          <ac:spMkLst>
            <pc:docMk/>
            <pc:sldMk cId="1173347044" sldId="284"/>
            <ac:spMk id="24" creationId="{53B475F8-50AE-46A0-9943-B2B63183D50C}"/>
          </ac:spMkLst>
        </pc:spChg>
        <pc:spChg chg="add">
          <ac:chgData name="Guest User" userId="" providerId="Windows Live" clId="Web-{519C6EA4-8478-E03B-FA07-22BAD7F5E744}" dt="2026-04-10T11:35:04.949" v="87"/>
          <ac:spMkLst>
            <pc:docMk/>
            <pc:sldMk cId="1173347044" sldId="284"/>
            <ac:spMk id="26" creationId="{75F6FDB4-2351-48C2-A863-2364A02343C0}"/>
          </ac:spMkLst>
        </pc:spChg>
        <pc:picChg chg="add mod ord">
          <ac:chgData name="Guest User" userId="" providerId="Windows Live" clId="Web-{519C6EA4-8478-E03B-FA07-22BAD7F5E744}" dt="2026-04-10T11:38:17.937" v="161" actId="1076"/>
          <ac:picMkLst>
            <pc:docMk/>
            <pc:sldMk cId="1173347044" sldId="284"/>
            <ac:picMk id="4" creationId="{0F34E7B2-FAE5-F9B1-2ED9-0375CC4581EC}"/>
          </ac:picMkLst>
        </pc:picChg>
        <pc:picChg chg="add mod">
          <ac:chgData name="Guest User" userId="" providerId="Windows Live" clId="Web-{519C6EA4-8478-E03B-FA07-22BAD7F5E744}" dt="2026-04-10T11:39:12.313" v="170" actId="14100"/>
          <ac:picMkLst>
            <pc:docMk/>
            <pc:sldMk cId="1173347044" sldId="284"/>
            <ac:picMk id="5" creationId="{566120E8-DB3D-24E7-22AB-098129F9E1A8}"/>
          </ac:picMkLst>
        </pc:picChg>
        <pc:picChg chg="add mod ord">
          <ac:chgData name="Guest User" userId="" providerId="Windows Live" clId="Web-{519C6EA4-8478-E03B-FA07-22BAD7F5E744}" dt="2026-04-10T11:39:27.767" v="174" actId="1076"/>
          <ac:picMkLst>
            <pc:docMk/>
            <pc:sldMk cId="1173347044" sldId="284"/>
            <ac:picMk id="6" creationId="{6D84BB77-2DB5-5E7D-A745-04E9A5A98336}"/>
          </ac:picMkLst>
        </pc:picChg>
      </pc:sldChg>
      <pc:sldChg chg="addSp delSp modSp new mod setBg">
        <pc:chgData name="Guest User" userId="" providerId="Windows Live" clId="Web-{519C6EA4-8478-E03B-FA07-22BAD7F5E744}" dt="2026-04-10T11:57:41.884" v="228" actId="1076"/>
        <pc:sldMkLst>
          <pc:docMk/>
          <pc:sldMk cId="4037251533" sldId="285"/>
        </pc:sldMkLst>
        <pc:spChg chg="mod">
          <ac:chgData name="Guest User" userId="" providerId="Windows Live" clId="Web-{519C6EA4-8478-E03B-FA07-22BAD7F5E744}" dt="2026-04-10T11:57:24.118" v="225" actId="14100"/>
          <ac:spMkLst>
            <pc:docMk/>
            <pc:sldMk cId="4037251533" sldId="285"/>
            <ac:spMk id="2" creationId="{154D05F9-9F57-A93A-AF3B-CD988B42545A}"/>
          </ac:spMkLst>
        </pc:spChg>
        <pc:spChg chg="del">
          <ac:chgData name="Guest User" userId="" providerId="Windows Live" clId="Web-{519C6EA4-8478-E03B-FA07-22BAD7F5E744}" dt="2026-04-10T11:54:53.710" v="217"/>
          <ac:spMkLst>
            <pc:docMk/>
            <pc:sldMk cId="4037251533" sldId="285"/>
            <ac:spMk id="3" creationId="{45D89F3C-B183-4CE7-B898-6ECA0ADB6F1F}"/>
          </ac:spMkLst>
        </pc:spChg>
        <pc:spChg chg="add mod">
          <ac:chgData name="Guest User" userId="" providerId="Windows Live" clId="Web-{519C6EA4-8478-E03B-FA07-22BAD7F5E744}" dt="2026-04-10T11:57:35.681" v="226" actId="1076"/>
          <ac:spMkLst>
            <pc:docMk/>
            <pc:sldMk cId="4037251533" sldId="285"/>
            <ac:spMk id="8" creationId="{AFE847B0-9D0F-7F9E-9912-5C41D76FF5A4}"/>
          </ac:spMkLst>
        </pc:spChg>
        <pc:spChg chg="add">
          <ac:chgData name="Guest User" userId="" providerId="Windows Live" clId="Web-{519C6EA4-8478-E03B-FA07-22BAD7F5E744}" dt="2026-04-10T11:56:30.305" v="220"/>
          <ac:spMkLst>
            <pc:docMk/>
            <pc:sldMk cId="4037251533" sldId="285"/>
            <ac:spMk id="11" creationId="{A8908DB7-C3A6-4FCB-9820-CEE02B398C4A}"/>
          </ac:spMkLst>
        </pc:spChg>
        <pc:spChg chg="add">
          <ac:chgData name="Guest User" userId="" providerId="Windows Live" clId="Web-{519C6EA4-8478-E03B-FA07-22BAD7F5E744}" dt="2026-04-10T11:56:30.305" v="220"/>
          <ac:spMkLst>
            <pc:docMk/>
            <pc:sldMk cId="4037251533" sldId="285"/>
            <ac:spMk id="13" creationId="{535742DD-1B16-4E9D-B715-0D74B4574A68}"/>
          </ac:spMkLst>
        </pc:spChg>
        <pc:picChg chg="add mod ord">
          <ac:chgData name="Guest User" userId="" providerId="Windows Live" clId="Web-{519C6EA4-8478-E03B-FA07-22BAD7F5E744}" dt="2026-04-10T11:57:41.884" v="228" actId="1076"/>
          <ac:picMkLst>
            <pc:docMk/>
            <pc:sldMk cId="4037251533" sldId="285"/>
            <ac:picMk id="4" creationId="{92EDDF16-AE7F-E58D-3C77-0324727EF429}"/>
          </ac:picMkLst>
        </pc:picChg>
      </pc:sldChg>
      <pc:sldChg chg="add del replId">
        <pc:chgData name="Guest User" userId="" providerId="Windows Live" clId="Web-{519C6EA4-8478-E03B-FA07-22BAD7F5E744}" dt="2026-04-10T12:41:20.886" v="315"/>
        <pc:sldMkLst>
          <pc:docMk/>
          <pc:sldMk cId="192224038" sldId="28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D984B-3B5E-C636-B75A-780B90F281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62FAE6-3F23-7018-BBA0-108228A5AE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DDF175-DAE6-3F94-9427-10156252D369}"/>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5" name="Footer Placeholder 4">
            <a:extLst>
              <a:ext uri="{FF2B5EF4-FFF2-40B4-BE49-F238E27FC236}">
                <a16:creationId xmlns:a16="http://schemas.microsoft.com/office/drawing/2014/main" id="{D280F0DE-C311-3A3E-E72D-50E677435C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279EE5-5BD9-7244-492E-86A18AF56B47}"/>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1138136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C5533-2960-DD64-0565-F64EB9974B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5BB969-7467-CC18-ED9A-533E8BBAFA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2BFC44-583D-C5BF-4666-FEA471D394E0}"/>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5" name="Footer Placeholder 4">
            <a:extLst>
              <a:ext uri="{FF2B5EF4-FFF2-40B4-BE49-F238E27FC236}">
                <a16:creationId xmlns:a16="http://schemas.microsoft.com/office/drawing/2014/main" id="{E6A7F8ED-DADD-9B0A-3250-57AFBFE747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E0DED5-7A60-AE66-0CBD-4A9FB796154C}"/>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1682138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5E143-1AB3-64DF-9000-2C1582AFFF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546E46-ACEF-9E30-1B9E-5E1A7F0C23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CAA9A3-194E-02E6-91E5-F08F674E3B4D}"/>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5" name="Footer Placeholder 4">
            <a:extLst>
              <a:ext uri="{FF2B5EF4-FFF2-40B4-BE49-F238E27FC236}">
                <a16:creationId xmlns:a16="http://schemas.microsoft.com/office/drawing/2014/main" id="{4EC8E533-5AAC-0461-4AF2-2DC708E6D8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315D11-ADB6-BF04-B1D1-F87910A3DC94}"/>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3299996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BB1A-04A7-D9F4-E5C2-9525076A59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F0D5B7-21DA-F455-B166-46281A130D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2B875DE-2694-CBF5-3D32-95962974C5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50987FC-8828-BD92-EB2E-977381882B12}"/>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6" name="Footer Placeholder 5">
            <a:extLst>
              <a:ext uri="{FF2B5EF4-FFF2-40B4-BE49-F238E27FC236}">
                <a16:creationId xmlns:a16="http://schemas.microsoft.com/office/drawing/2014/main" id="{7767986E-96FC-7A8A-E2BE-4D8250572B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2B8732-4BA4-A23C-C304-760EEE53C648}"/>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1566458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FF2F-2603-AF46-57E0-FDB526C58C4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E510CF-3D39-889E-A198-0EFD673D74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C607E6-2D5A-9E06-6C31-717DED6446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8FB234-4160-5264-475F-B9B64ED0AC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D7A0EC-3555-901B-4097-DC39DB8396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F899FE-976D-E8DA-14E2-1CBD5099FCFB}"/>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8" name="Footer Placeholder 7">
            <a:extLst>
              <a:ext uri="{FF2B5EF4-FFF2-40B4-BE49-F238E27FC236}">
                <a16:creationId xmlns:a16="http://schemas.microsoft.com/office/drawing/2014/main" id="{C46B2A4F-4D66-D9C5-8AC6-10916B707C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AEB2006-9E1C-9E12-4824-CFDD6D7D7A3C}"/>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3939905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A59D4-63B7-959C-733F-2257213050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2D58C9-2209-62E0-CE5E-1EB86B943B9E}"/>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4" name="Footer Placeholder 3">
            <a:extLst>
              <a:ext uri="{FF2B5EF4-FFF2-40B4-BE49-F238E27FC236}">
                <a16:creationId xmlns:a16="http://schemas.microsoft.com/office/drawing/2014/main" id="{5A82C9FA-794D-DF4A-2FC1-10260E3181B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880D96-7113-215D-3F66-DA339849FA81}"/>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3164196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E60B02-86A3-6E07-FB39-13A0D8DCC9B9}"/>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3" name="Footer Placeholder 2">
            <a:extLst>
              <a:ext uri="{FF2B5EF4-FFF2-40B4-BE49-F238E27FC236}">
                <a16:creationId xmlns:a16="http://schemas.microsoft.com/office/drawing/2014/main" id="{3E82B74B-DD07-0BB8-FD8E-43221B8B4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A1717C3-0FB3-CF60-D118-1D79FF9812E1}"/>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465461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EEE0A-B36E-A957-C223-DFDDCB3291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E6A6E2E-F138-BFF6-3FD2-824B250A96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B5333BD-3A87-DF9C-6316-24B169058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E3D575-7F49-DE25-7531-BEE2004E5073}"/>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6" name="Footer Placeholder 5">
            <a:extLst>
              <a:ext uri="{FF2B5EF4-FFF2-40B4-BE49-F238E27FC236}">
                <a16:creationId xmlns:a16="http://schemas.microsoft.com/office/drawing/2014/main" id="{F46BD0B7-4F23-BBE1-4294-EF899A515E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F0B9FC-7C91-2023-7C8C-6BD5E2899BF6}"/>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449212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90708-7A8B-9FDB-177C-FBD4C443BF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A0BD2F-471F-CFDA-DF9C-18CDAEEE09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43ED03-A4D0-8F07-9A7F-A7E8283618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98625-AE81-84E9-AB41-8CAE454624F6}"/>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6" name="Footer Placeholder 5">
            <a:extLst>
              <a:ext uri="{FF2B5EF4-FFF2-40B4-BE49-F238E27FC236}">
                <a16:creationId xmlns:a16="http://schemas.microsoft.com/office/drawing/2014/main" id="{267FF5FB-9331-742C-6EFF-FA56ED16DC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35CD8D-7824-46B5-C3DE-2FDD3BAA9BB2}"/>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3267958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7429A-82BD-A753-36D5-7AB6C01D1C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29F025-ADEE-F0F6-3A37-BA24BC3EB6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5B95CF-5EFF-A4E4-79D0-016516FEB501}"/>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5" name="Footer Placeholder 4">
            <a:extLst>
              <a:ext uri="{FF2B5EF4-FFF2-40B4-BE49-F238E27FC236}">
                <a16:creationId xmlns:a16="http://schemas.microsoft.com/office/drawing/2014/main" id="{C787D50D-D8D3-3410-A24B-3C29F444A5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17B2B8-6899-D8F7-4EC2-CA5E8346A63A}"/>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710503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2DD579-0B2E-2CF4-2C22-7BC876D804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F1F1BA-89BD-94A4-2CE7-8AC46C03C5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CEB7BA-6B2E-467E-9F20-E96975735E74}"/>
              </a:ext>
            </a:extLst>
          </p:cNvPr>
          <p:cNvSpPr>
            <a:spLocks noGrp="1"/>
          </p:cNvSpPr>
          <p:nvPr>
            <p:ph type="dt" sz="half" idx="10"/>
          </p:nvPr>
        </p:nvSpPr>
        <p:spPr/>
        <p:txBody>
          <a:bodyPr/>
          <a:lstStyle/>
          <a:p>
            <a:fld id="{0156188F-A7D2-46C4-A909-F8DCFA6199D3}" type="datetimeFigureOut">
              <a:rPr lang="en-IN" smtClean="0"/>
              <a:t>10-04-2026</a:t>
            </a:fld>
            <a:endParaRPr lang="en-IN"/>
          </a:p>
        </p:txBody>
      </p:sp>
      <p:sp>
        <p:nvSpPr>
          <p:cNvPr id="5" name="Footer Placeholder 4">
            <a:extLst>
              <a:ext uri="{FF2B5EF4-FFF2-40B4-BE49-F238E27FC236}">
                <a16:creationId xmlns:a16="http://schemas.microsoft.com/office/drawing/2014/main" id="{86032563-8C49-4867-06C3-7CCE8325E1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581211-E067-77D8-19C0-F66A1EFFD21C}"/>
              </a:ext>
            </a:extLst>
          </p:cNvPr>
          <p:cNvSpPr>
            <a:spLocks noGrp="1"/>
          </p:cNvSpPr>
          <p:nvPr>
            <p:ph type="sldNum" sz="quarter" idx="12"/>
          </p:nvPr>
        </p:nvSpPr>
        <p:spPr/>
        <p:txBody>
          <a:bodyPr/>
          <a:lstStyle/>
          <a:p>
            <a:fld id="{18C91E8A-3CCC-4A97-9E81-16F286252965}" type="slidenum">
              <a:rPr lang="en-IN" smtClean="0"/>
              <a:t>‹#›</a:t>
            </a:fld>
            <a:endParaRPr lang="en-IN"/>
          </a:p>
        </p:txBody>
      </p:sp>
    </p:spTree>
    <p:extLst>
      <p:ext uri="{BB962C8B-B14F-4D97-AF65-F5344CB8AC3E}">
        <p14:creationId xmlns:p14="http://schemas.microsoft.com/office/powerpoint/2010/main" val="448876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01A65B-2047-3E9F-8F3A-3827BC5BA3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AEBDD2-C7DC-D693-7120-95997242A0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278E0F-5A2F-7364-D8D2-146CFC62F3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56188F-A7D2-46C4-A909-F8DCFA6199D3}" type="datetimeFigureOut">
              <a:rPr lang="en-IN" smtClean="0"/>
              <a:t>10-04-2026</a:t>
            </a:fld>
            <a:endParaRPr lang="en-IN"/>
          </a:p>
        </p:txBody>
      </p:sp>
      <p:sp>
        <p:nvSpPr>
          <p:cNvPr id="5" name="Footer Placeholder 4">
            <a:extLst>
              <a:ext uri="{FF2B5EF4-FFF2-40B4-BE49-F238E27FC236}">
                <a16:creationId xmlns:a16="http://schemas.microsoft.com/office/drawing/2014/main" id="{EBC375A7-A02C-E326-9A7A-469BA5D370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8E9A0E-4A58-6E30-2B6F-CF25874F5B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C91E8A-3CCC-4A97-9E81-16F286252965}" type="slidenum">
              <a:rPr lang="en-IN" smtClean="0"/>
              <a:t>‹#›</a:t>
            </a:fld>
            <a:endParaRPr lang="en-IN"/>
          </a:p>
        </p:txBody>
      </p:sp>
    </p:spTree>
    <p:extLst>
      <p:ext uri="{BB962C8B-B14F-4D97-AF65-F5344CB8AC3E}">
        <p14:creationId xmlns:p14="http://schemas.microsoft.com/office/powerpoint/2010/main" val="40260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Triangle 28">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7D4026-37F2-7049-C54B-2B9A3FA85EC1}"/>
              </a:ext>
            </a:extLst>
          </p:cNvPr>
          <p:cNvSpPr>
            <a:spLocks noGrp="1"/>
          </p:cNvSpPr>
          <p:nvPr>
            <p:ph type="ctrTitle"/>
          </p:nvPr>
        </p:nvSpPr>
        <p:spPr>
          <a:xfrm>
            <a:off x="1285240" y="1050595"/>
            <a:ext cx="8074815" cy="1618489"/>
          </a:xfrm>
        </p:spPr>
        <p:txBody>
          <a:bodyPr vert="horz" lIns="91440" tIns="45720" rIns="91440" bIns="45720" rtlCol="0" anchor="ctr">
            <a:normAutofit/>
          </a:bodyPr>
          <a:lstStyle/>
          <a:p>
            <a:pPr algn="l"/>
            <a:r>
              <a:rPr lang="en-US" sz="3400" b="1" kern="1200">
                <a:solidFill>
                  <a:schemeClr val="tx1"/>
                </a:solidFill>
                <a:latin typeface="+mj-lt"/>
                <a:ea typeface="+mj-ea"/>
                <a:cs typeface="+mj-cs"/>
              </a:rPr>
              <a:t>Data Collaboration Platform</a:t>
            </a:r>
            <a:br>
              <a:rPr lang="en-US" sz="3400" b="1" u="sng" kern="1200">
                <a:solidFill>
                  <a:schemeClr val="tx1"/>
                </a:solidFill>
                <a:latin typeface="+mj-lt"/>
                <a:ea typeface="+mj-ea"/>
                <a:cs typeface="+mj-cs"/>
              </a:rPr>
            </a:br>
            <a:br>
              <a:rPr lang="en-US" sz="3400" b="1" u="sng" kern="1200">
                <a:solidFill>
                  <a:schemeClr val="tx1"/>
                </a:solidFill>
                <a:latin typeface="+mj-lt"/>
                <a:ea typeface="+mj-ea"/>
                <a:cs typeface="+mj-cs"/>
              </a:rPr>
            </a:br>
            <a:r>
              <a:rPr lang="en-US" sz="3400" b="1" kern="1200">
                <a:solidFill>
                  <a:schemeClr val="tx1"/>
                </a:solidFill>
                <a:latin typeface="+mj-lt"/>
                <a:ea typeface="+mj-ea"/>
                <a:cs typeface="+mj-cs"/>
              </a:rPr>
              <a:t>Administrator User Manual</a:t>
            </a:r>
          </a:p>
        </p:txBody>
      </p:sp>
      <p:sp>
        <p:nvSpPr>
          <p:cNvPr id="3" name="Subtitle 2">
            <a:extLst>
              <a:ext uri="{FF2B5EF4-FFF2-40B4-BE49-F238E27FC236}">
                <a16:creationId xmlns:a16="http://schemas.microsoft.com/office/drawing/2014/main" id="{1E9CC954-B28B-0887-5326-1077833FFC16}"/>
              </a:ext>
            </a:extLst>
          </p:cNvPr>
          <p:cNvSpPr>
            <a:spLocks noGrp="1"/>
          </p:cNvSpPr>
          <p:nvPr>
            <p:ph type="subTitle" idx="1"/>
          </p:nvPr>
        </p:nvSpPr>
        <p:spPr>
          <a:xfrm>
            <a:off x="1285240" y="2969469"/>
            <a:ext cx="8074815" cy="2800395"/>
          </a:xfrm>
        </p:spPr>
        <p:txBody>
          <a:bodyPr vert="horz" lIns="91440" tIns="45720" rIns="91440" bIns="45720" rtlCol="0" anchor="t">
            <a:normAutofit/>
          </a:bodyPr>
          <a:lstStyle/>
          <a:p>
            <a:pPr indent="-228600" algn="l">
              <a:buFont typeface="Arial" panose="020B0604020202020204" pitchFamily="34" charset="0"/>
              <a:buChar char="•"/>
            </a:pPr>
            <a:endParaRPr lang="en-US" b="1" u="sng"/>
          </a:p>
          <a:p>
            <a:pPr indent="-228600" algn="l">
              <a:buFont typeface="Arial" panose="020B0604020202020204" pitchFamily="34" charset="0"/>
              <a:buChar char="•"/>
            </a:pPr>
            <a:r>
              <a:rPr lang="en-US" b="1" u="sng"/>
              <a:t> </a:t>
            </a:r>
            <a:r>
              <a:rPr lang="en-US" b="1"/>
              <a:t>Syrma SGS</a:t>
            </a:r>
          </a:p>
          <a:p>
            <a:pPr indent="-228600" algn="l">
              <a:buFont typeface="Arial" panose="020B0604020202020204" pitchFamily="34" charset="0"/>
              <a:buChar char="•"/>
            </a:pPr>
            <a:r>
              <a:rPr lang="en-US" b="1"/>
              <a:t> Internal Use Only</a:t>
            </a:r>
          </a:p>
          <a:p>
            <a:pPr indent="-228600" algn="l">
              <a:buFont typeface="Arial" panose="020B0604020202020204" pitchFamily="34" charset="0"/>
              <a:buChar char="•"/>
            </a:pPr>
            <a:endParaRPr lang="en-US"/>
          </a:p>
        </p:txBody>
      </p:sp>
    </p:spTree>
    <p:extLst>
      <p:ext uri="{BB962C8B-B14F-4D97-AF65-F5344CB8AC3E}">
        <p14:creationId xmlns:p14="http://schemas.microsoft.com/office/powerpoint/2010/main" val="1684120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Content Placeholder 2" descr="A screenshot of a computer&#10;&#10;AI-generated content may be incorrect.">
            <a:extLst>
              <a:ext uri="{FF2B5EF4-FFF2-40B4-BE49-F238E27FC236}">
                <a16:creationId xmlns:a16="http://schemas.microsoft.com/office/drawing/2014/main" id="{8C72E7DB-14E2-19E0-8625-96067682F2D2}"/>
              </a:ext>
            </a:extLst>
          </p:cNvPr>
          <p:cNvPicPr>
            <a:picLocks noGrp="1" noChangeAspect="1"/>
          </p:cNvPicPr>
          <p:nvPr>
            <p:ph idx="1"/>
          </p:nvPr>
        </p:nvPicPr>
        <p:blipFill>
          <a:blip r:embed="rId2"/>
          <a:stretch>
            <a:fillRect/>
          </a:stretch>
        </p:blipFill>
        <p:spPr>
          <a:xfrm>
            <a:off x="457200" y="468630"/>
            <a:ext cx="11277600" cy="5920740"/>
          </a:xfrm>
          <a:prstGeom prst="rect">
            <a:avLst/>
          </a:prstGeom>
        </p:spPr>
      </p:pic>
    </p:spTree>
    <p:extLst>
      <p:ext uri="{BB962C8B-B14F-4D97-AF65-F5344CB8AC3E}">
        <p14:creationId xmlns:p14="http://schemas.microsoft.com/office/powerpoint/2010/main" val="3305282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screenshot of a login form&#10;&#10;AI-generated content may be incorrect.">
            <a:extLst>
              <a:ext uri="{FF2B5EF4-FFF2-40B4-BE49-F238E27FC236}">
                <a16:creationId xmlns:a16="http://schemas.microsoft.com/office/drawing/2014/main" id="{F29F99E3-55E0-0848-79F8-8B78E21D3BBA}"/>
              </a:ext>
            </a:extLst>
          </p:cNvPr>
          <p:cNvPicPr>
            <a:picLocks noGrp="1" noChangeAspect="1"/>
          </p:cNvPicPr>
          <p:nvPr>
            <p:ph idx="1"/>
          </p:nvPr>
        </p:nvPicPr>
        <p:blipFill>
          <a:blip r:embed="rId2"/>
          <a:stretch>
            <a:fillRect/>
          </a:stretch>
        </p:blipFill>
        <p:spPr>
          <a:xfrm>
            <a:off x="790221" y="643466"/>
            <a:ext cx="10611557" cy="5571067"/>
          </a:xfrm>
          <a:prstGeom prst="rect">
            <a:avLst/>
          </a:prstGeom>
        </p:spPr>
      </p:pic>
    </p:spTree>
    <p:extLst>
      <p:ext uri="{BB962C8B-B14F-4D97-AF65-F5344CB8AC3E}">
        <p14:creationId xmlns:p14="http://schemas.microsoft.com/office/powerpoint/2010/main" val="216407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486DE5-634F-B9E8-3D91-7BE2934DE4CD}"/>
              </a:ext>
            </a:extLst>
          </p:cNvPr>
          <p:cNvSpPr>
            <a:spLocks noGrp="1"/>
          </p:cNvSpPr>
          <p:nvPr>
            <p:ph type="title"/>
          </p:nvPr>
        </p:nvSpPr>
        <p:spPr>
          <a:xfrm>
            <a:off x="5931545" y="284795"/>
            <a:ext cx="4977976" cy="1454051"/>
          </a:xfrm>
        </p:spPr>
        <p:txBody>
          <a:bodyPr>
            <a:normAutofit/>
          </a:bodyPr>
          <a:lstStyle/>
          <a:p>
            <a:r>
              <a:rPr lang="en-IN" sz="3600" b="1">
                <a:solidFill>
                  <a:schemeClr val="tx2"/>
                </a:solidFill>
              </a:rPr>
              <a:t>Login</a:t>
            </a:r>
            <a:r>
              <a:rPr lang="en-IN" sz="3600">
                <a:solidFill>
                  <a:schemeClr val="tx2"/>
                </a:solidFill>
              </a:rPr>
              <a:t> </a:t>
            </a:r>
            <a:r>
              <a:rPr lang="en-IN" sz="3600" b="1">
                <a:solidFill>
                  <a:schemeClr val="tx2"/>
                </a:solidFill>
              </a:rPr>
              <a:t>&amp;</a:t>
            </a:r>
            <a:r>
              <a:rPr lang="en-IN" sz="3600">
                <a:solidFill>
                  <a:schemeClr val="tx2"/>
                </a:solidFill>
              </a:rPr>
              <a:t> </a:t>
            </a:r>
            <a:r>
              <a:rPr lang="en-IN" sz="3600" b="1">
                <a:solidFill>
                  <a:schemeClr val="tx2"/>
                </a:solidFill>
              </a:rPr>
              <a:t>Authentication</a:t>
            </a:r>
            <a:endParaRPr lang="en-IN" sz="3600" b="1">
              <a:solidFill>
                <a:schemeClr val="tx2"/>
              </a:solidFill>
              <a:ea typeface="Calibri Light"/>
              <a:cs typeface="Calibri Light"/>
            </a:endParaRPr>
          </a:p>
        </p:txBody>
      </p:sp>
      <p:pic>
        <p:nvPicPr>
          <p:cNvPr id="7" name="Graphic 6" descr="Laptop Secure">
            <a:extLst>
              <a:ext uri="{FF2B5EF4-FFF2-40B4-BE49-F238E27FC236}">
                <a16:creationId xmlns:a16="http://schemas.microsoft.com/office/drawing/2014/main" id="{CFA13F23-ABEC-C16D-3A45-4E4BB88334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EC2B4258-E9CA-37BC-721C-5DEFD7F14ECB}"/>
              </a:ext>
            </a:extLst>
          </p:cNvPr>
          <p:cNvSpPr>
            <a:spLocks noGrp="1"/>
          </p:cNvSpPr>
          <p:nvPr>
            <p:ph idx="1"/>
          </p:nvPr>
        </p:nvSpPr>
        <p:spPr>
          <a:xfrm>
            <a:off x="5938174" y="494541"/>
            <a:ext cx="4977578" cy="3639289"/>
          </a:xfrm>
        </p:spPr>
        <p:txBody>
          <a:bodyPr anchor="ctr">
            <a:normAutofit/>
          </a:bodyPr>
          <a:lstStyle/>
          <a:p>
            <a:endParaRPr lang="en-US" sz="1800">
              <a:solidFill>
                <a:schemeClr val="tx2"/>
              </a:solidFill>
            </a:endParaRPr>
          </a:p>
          <a:p>
            <a:r>
              <a:rPr lang="en-US" sz="1800">
                <a:solidFill>
                  <a:schemeClr val="tx2"/>
                </a:solidFill>
              </a:rPr>
              <a:t>Step 1: Enter User ID and Password OR use Continue with Microsoft (SSO).</a:t>
            </a:r>
          </a:p>
          <a:p>
            <a:r>
              <a:rPr lang="en-US" sz="1800">
                <a:solidFill>
                  <a:schemeClr val="tx2"/>
                </a:solidFill>
              </a:rPr>
              <a:t>Step 2: Receive 6-digit OTP on registered email.</a:t>
            </a:r>
          </a:p>
          <a:p>
            <a:r>
              <a:rPr lang="en-US" sz="1800">
                <a:solidFill>
                  <a:schemeClr val="tx2"/>
                </a:solidFill>
              </a:rPr>
              <a:t>Step 3: Enter OTP and click Verify &amp; Continue.</a:t>
            </a:r>
          </a:p>
          <a:p>
            <a:r>
              <a:rPr lang="en-US" sz="1800">
                <a:solidFill>
                  <a:schemeClr val="tx2"/>
                </a:solidFill>
              </a:rPr>
              <a:t>Security: OTP expires in 60 seconds.</a:t>
            </a:r>
          </a:p>
          <a:p>
            <a:endParaRPr lang="en-IN" sz="180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screenshot of a computer&#10;&#10;AI-generated content may be incorrect.">
            <a:extLst>
              <a:ext uri="{FF2B5EF4-FFF2-40B4-BE49-F238E27FC236}">
                <a16:creationId xmlns:a16="http://schemas.microsoft.com/office/drawing/2014/main" id="{BB7CD8EA-B0FF-E56A-BFFD-849C9052DC3C}"/>
              </a:ext>
            </a:extLst>
          </p:cNvPr>
          <p:cNvPicPr>
            <a:picLocks noChangeAspect="1"/>
          </p:cNvPicPr>
          <p:nvPr/>
        </p:nvPicPr>
        <p:blipFill>
          <a:blip r:embed="rId3"/>
          <a:stretch>
            <a:fillRect/>
          </a:stretch>
        </p:blipFill>
        <p:spPr>
          <a:xfrm>
            <a:off x="6283960" y="3741738"/>
            <a:ext cx="5537200" cy="2717165"/>
          </a:xfrm>
          <a:prstGeom prst="rect">
            <a:avLst/>
          </a:prstGeom>
        </p:spPr>
      </p:pic>
    </p:spTree>
    <p:extLst>
      <p:ext uri="{BB962C8B-B14F-4D97-AF65-F5344CB8AC3E}">
        <p14:creationId xmlns:p14="http://schemas.microsoft.com/office/powerpoint/2010/main" val="63238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Content Placeholder 2" descr="A screenshot of a computer&#10;&#10;AI-generated content may be incorrect.">
            <a:extLst>
              <a:ext uri="{FF2B5EF4-FFF2-40B4-BE49-F238E27FC236}">
                <a16:creationId xmlns:a16="http://schemas.microsoft.com/office/drawing/2014/main" id="{D1AB16D3-EAA9-CAAC-3A82-08248A154C9E}"/>
              </a:ext>
            </a:extLst>
          </p:cNvPr>
          <p:cNvPicPr>
            <a:picLocks noGrp="1" noChangeAspect="1"/>
          </p:cNvPicPr>
          <p:nvPr>
            <p:ph idx="1"/>
          </p:nvPr>
        </p:nvPicPr>
        <p:blipFill>
          <a:blip r:embed="rId2"/>
          <a:srcRect b="7804"/>
          <a:stretch>
            <a:fillRect/>
          </a:stretch>
        </p:blipFill>
        <p:spPr>
          <a:xfrm>
            <a:off x="20" y="1282"/>
            <a:ext cx="12191980" cy="6856718"/>
          </a:xfrm>
          <a:prstGeom prst="rect">
            <a:avLst/>
          </a:prstGeom>
        </p:spPr>
      </p:pic>
    </p:spTree>
    <p:extLst>
      <p:ext uri="{BB962C8B-B14F-4D97-AF65-F5344CB8AC3E}">
        <p14:creationId xmlns:p14="http://schemas.microsoft.com/office/powerpoint/2010/main" val="3987167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06848B-8672-FA6D-F84B-705350F8DD57}"/>
              </a:ext>
            </a:extLst>
          </p:cNvPr>
          <p:cNvSpPr>
            <a:spLocks noGrp="1"/>
          </p:cNvSpPr>
          <p:nvPr>
            <p:ph type="title"/>
          </p:nvPr>
        </p:nvSpPr>
        <p:spPr>
          <a:xfrm>
            <a:off x="466722" y="2513421"/>
            <a:ext cx="3201366" cy="1460931"/>
          </a:xfrm>
        </p:spPr>
        <p:txBody>
          <a:bodyPr vert="horz" lIns="91440" tIns="45720" rIns="91440" bIns="45720" rtlCol="0" anchor="ctr">
            <a:normAutofit/>
          </a:bodyPr>
          <a:lstStyle/>
          <a:p>
            <a:pPr algn="ctr"/>
            <a:r>
              <a:rPr lang="en-IN" b="1">
                <a:solidFill>
                  <a:srgbClr val="FFFFFF"/>
                </a:solidFill>
              </a:rPr>
              <a:t>Dashboard</a:t>
            </a:r>
            <a:r>
              <a:rPr lang="en-IN">
                <a:solidFill>
                  <a:srgbClr val="FFFFFF"/>
                </a:solidFill>
              </a:rPr>
              <a:t> </a:t>
            </a:r>
            <a:r>
              <a:rPr lang="en-IN" b="1">
                <a:solidFill>
                  <a:srgbClr val="FFFFFF"/>
                </a:solidFill>
              </a:rPr>
              <a:t>Overview</a:t>
            </a:r>
            <a:endParaRPr lang="en-IN" b="1">
              <a:solidFill>
                <a:srgbClr val="FFFFFF"/>
              </a:solidFill>
              <a:ea typeface="Calibri Light"/>
              <a:cs typeface="Calibri Light"/>
            </a:endParaRPr>
          </a:p>
        </p:txBody>
      </p:sp>
      <p:sp>
        <p:nvSpPr>
          <p:cNvPr id="3" name="Content Placeholder 2">
            <a:extLst>
              <a:ext uri="{FF2B5EF4-FFF2-40B4-BE49-F238E27FC236}">
                <a16:creationId xmlns:a16="http://schemas.microsoft.com/office/drawing/2014/main" id="{238E5FC1-EA7D-A07C-8F2E-61C3271B24A7}"/>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endParaRPr lang="en-US" sz="2000" b="1">
              <a:ea typeface="+mn-lt"/>
              <a:cs typeface="+mn-lt"/>
            </a:endParaRPr>
          </a:p>
          <a:p>
            <a:r>
              <a:rPr lang="en-US" sz="2000">
                <a:ea typeface="+mn-lt"/>
                <a:cs typeface="+mn-lt"/>
              </a:rPr>
              <a:t>Real-time KPI snapshot: Containers, Files, Storage Usage, Risk Indicators. </a:t>
            </a:r>
            <a:endParaRPr lang="en-US" sz="2000">
              <a:ea typeface="Calibri" panose="020F0502020204030204"/>
              <a:cs typeface="Calibri" panose="020F0502020204030204"/>
            </a:endParaRPr>
          </a:p>
          <a:p>
            <a:r>
              <a:rPr lang="en-US" sz="2000">
                <a:ea typeface="+mn-lt"/>
                <a:cs typeface="+mn-lt"/>
              </a:rPr>
              <a:t>Track daily activity: Uploads, Downloads, and File Sharing. </a:t>
            </a:r>
            <a:endParaRPr lang="en-US" sz="2000"/>
          </a:p>
          <a:p>
            <a:r>
              <a:rPr lang="en-US" sz="2000">
                <a:ea typeface="+mn-lt"/>
                <a:cs typeface="+mn-lt"/>
              </a:rPr>
              <a:t>Monitor user engagement: Registered vs Active Users. </a:t>
            </a:r>
            <a:endParaRPr lang="en-US" sz="2000"/>
          </a:p>
          <a:p>
            <a:r>
              <a:rPr lang="en-US" sz="2000">
                <a:ea typeface="+mn-lt"/>
                <a:cs typeface="+mn-lt"/>
              </a:rPr>
              <a:t>View recent uploads with file details and timestamps. </a:t>
            </a:r>
            <a:endParaRPr lang="en-US" sz="2000"/>
          </a:p>
          <a:p>
            <a:r>
              <a:rPr lang="en-US" sz="2000">
                <a:ea typeface="+mn-lt"/>
                <a:cs typeface="+mn-lt"/>
              </a:rPr>
              <a:t>Analyze storage trends through visual performance charts. </a:t>
            </a:r>
            <a:endParaRPr lang="en-US" sz="2000"/>
          </a:p>
          <a:p>
            <a:r>
              <a:rPr lang="en-US" sz="2000">
                <a:ea typeface="+mn-lt"/>
                <a:cs typeface="+mn-lt"/>
              </a:rPr>
              <a:t>Export insights and reports for further analysis. </a:t>
            </a:r>
            <a:endParaRPr lang="en-US" sz="2000"/>
          </a:p>
          <a:p>
            <a:r>
              <a:rPr lang="en-US" sz="2000">
                <a:ea typeface="+mn-lt"/>
                <a:cs typeface="+mn-lt"/>
              </a:rPr>
              <a:t>Use refresh controls for up-to-date system data. </a:t>
            </a:r>
            <a:endParaRPr lang="en-US" sz="2000"/>
          </a:p>
          <a:p>
            <a:r>
              <a:rPr lang="en-US" sz="2000">
                <a:ea typeface="+mn-lt"/>
                <a:cs typeface="+mn-lt"/>
              </a:rPr>
              <a:t>Access admin actions via sidebar: Container, User, Capacity &amp; Logs management. </a:t>
            </a:r>
            <a:endParaRPr lang="en-US" sz="2000"/>
          </a:p>
          <a:p>
            <a:r>
              <a:rPr lang="en-US" sz="2000">
                <a:ea typeface="+mn-lt"/>
                <a:cs typeface="+mn-lt"/>
              </a:rPr>
              <a:t>Ensure system monitoring, audit tracking, and governance from a single interface. </a:t>
            </a:r>
            <a:endParaRPr lang="en-US" sz="2000"/>
          </a:p>
          <a:p>
            <a:endParaRPr lang="en-US" sz="2000">
              <a:ea typeface="Calibri"/>
              <a:cs typeface="Calibri"/>
            </a:endParaRPr>
          </a:p>
        </p:txBody>
      </p:sp>
    </p:spTree>
    <p:extLst>
      <p:ext uri="{BB962C8B-B14F-4D97-AF65-F5344CB8AC3E}">
        <p14:creationId xmlns:p14="http://schemas.microsoft.com/office/powerpoint/2010/main" val="3763651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09A3A1-B4B5-1B5C-B8DA-97A0306F4D6F}"/>
              </a:ext>
            </a:extLst>
          </p:cNvPr>
          <p:cNvSpPr>
            <a:spLocks noGrp="1"/>
          </p:cNvSpPr>
          <p:nvPr>
            <p:ph type="title"/>
          </p:nvPr>
        </p:nvSpPr>
        <p:spPr>
          <a:xfrm>
            <a:off x="490013" y="215623"/>
            <a:ext cx="5316495" cy="1528553"/>
          </a:xfrm>
        </p:spPr>
        <p:txBody>
          <a:bodyPr anchor="t">
            <a:normAutofit/>
          </a:bodyPr>
          <a:lstStyle/>
          <a:p>
            <a:r>
              <a:rPr lang="en-US" sz="2400" b="1">
                <a:solidFill>
                  <a:schemeClr val="bg1"/>
                </a:solidFill>
                <a:ea typeface="+mj-lt"/>
                <a:cs typeface="+mj-lt"/>
              </a:rPr>
              <a:t>Click on any container from the dashboard to view its detailed contents and file-level information.</a:t>
            </a:r>
            <a:endParaRPr lang="en-US" sz="2400" b="1">
              <a:solidFill>
                <a:schemeClr val="bg1"/>
              </a:solidFill>
              <a:ea typeface="Calibri Light"/>
              <a:cs typeface="Calibri Light"/>
            </a:endParaRPr>
          </a:p>
        </p:txBody>
      </p:sp>
      <p:sp>
        <p:nvSpPr>
          <p:cNvPr id="16" name="Rectangle 15">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642750"/>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0E4B503D-5CF5-E064-212D-447EC10A32FA}"/>
              </a:ext>
            </a:extLst>
          </p:cNvPr>
          <p:cNvSpPr>
            <a:spLocks noGrp="1"/>
          </p:cNvSpPr>
          <p:nvPr>
            <p:ph idx="1"/>
          </p:nvPr>
        </p:nvSpPr>
        <p:spPr>
          <a:xfrm>
            <a:off x="6734649" y="850484"/>
            <a:ext cx="4310706" cy="1414551"/>
          </a:xfrm>
        </p:spPr>
        <p:txBody>
          <a:bodyPr vert="horz" lIns="91440" tIns="45720" rIns="91440" bIns="45720" rtlCol="0" anchor="t">
            <a:normAutofit/>
          </a:bodyPr>
          <a:lstStyle/>
          <a:p>
            <a:pPr marL="0" indent="0">
              <a:buNone/>
            </a:pPr>
            <a:endParaRPr lang="en-US" sz="1600">
              <a:ea typeface="Calibri" panose="020F0502020204030204"/>
              <a:cs typeface="Calibri" panose="020F0502020204030204"/>
            </a:endParaRPr>
          </a:p>
        </p:txBody>
      </p:sp>
      <p:pic>
        <p:nvPicPr>
          <p:cNvPr id="5" name="Picture 4" descr="A screenshot of a upload box&#10;&#10;AI-generated content may be incorrect.">
            <a:extLst>
              <a:ext uri="{FF2B5EF4-FFF2-40B4-BE49-F238E27FC236}">
                <a16:creationId xmlns:a16="http://schemas.microsoft.com/office/drawing/2014/main" id="{60F1E490-6DFC-D9E4-5652-58D3F3C1C692}"/>
              </a:ext>
            </a:extLst>
          </p:cNvPr>
          <p:cNvPicPr>
            <a:picLocks noChangeAspect="1"/>
          </p:cNvPicPr>
          <p:nvPr/>
        </p:nvPicPr>
        <p:blipFill>
          <a:blip r:embed="rId2"/>
          <a:srcRect r="360" b="3"/>
          <a:stretch>
            <a:fillRect/>
          </a:stretch>
        </p:blipFill>
        <p:spPr>
          <a:xfrm>
            <a:off x="485888" y="1950102"/>
            <a:ext cx="5610112" cy="2180216"/>
          </a:xfrm>
          <a:prstGeom prst="rect">
            <a:avLst/>
          </a:prstGeom>
        </p:spPr>
      </p:pic>
      <p:pic>
        <p:nvPicPr>
          <p:cNvPr id="6" name="Picture 5" descr="A screenshot of a data&#10;&#10;AI-generated content may be incorrect.">
            <a:extLst>
              <a:ext uri="{FF2B5EF4-FFF2-40B4-BE49-F238E27FC236}">
                <a16:creationId xmlns:a16="http://schemas.microsoft.com/office/drawing/2014/main" id="{B3FDF3AE-A46A-0D47-57CB-C385799E6076}"/>
              </a:ext>
            </a:extLst>
          </p:cNvPr>
          <p:cNvPicPr>
            <a:picLocks noChangeAspect="1"/>
          </p:cNvPicPr>
          <p:nvPr/>
        </p:nvPicPr>
        <p:blipFill>
          <a:blip r:embed="rId3"/>
          <a:srcRect r="-3" b="20225"/>
          <a:stretch>
            <a:fillRect/>
          </a:stretch>
        </p:blipFill>
        <p:spPr>
          <a:xfrm>
            <a:off x="6284259" y="348028"/>
            <a:ext cx="5896983" cy="2269863"/>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12EB7D22-6CA0-A009-9F89-8B49603342A6}"/>
              </a:ext>
            </a:extLst>
          </p:cNvPr>
          <p:cNvPicPr>
            <a:picLocks noChangeAspect="1"/>
          </p:cNvPicPr>
          <p:nvPr/>
        </p:nvPicPr>
        <p:blipFill>
          <a:blip r:embed="rId4"/>
          <a:srcRect r="2930" b="1"/>
          <a:stretch>
            <a:fillRect/>
          </a:stretch>
        </p:blipFill>
        <p:spPr>
          <a:xfrm>
            <a:off x="476922" y="4312222"/>
            <a:ext cx="5601148" cy="2260898"/>
          </a:xfrm>
          <a:prstGeom prst="rect">
            <a:avLst/>
          </a:prstGeom>
        </p:spPr>
      </p:pic>
      <p:pic>
        <p:nvPicPr>
          <p:cNvPr id="7" name="Picture 6" descr="A screenshot of a container&#10;&#10;AI-generated content may be incorrect.">
            <a:extLst>
              <a:ext uri="{FF2B5EF4-FFF2-40B4-BE49-F238E27FC236}">
                <a16:creationId xmlns:a16="http://schemas.microsoft.com/office/drawing/2014/main" id="{CDD2190E-21E5-DE16-AF73-E5F9C2E77C51}"/>
              </a:ext>
            </a:extLst>
          </p:cNvPr>
          <p:cNvPicPr>
            <a:picLocks noChangeAspect="1"/>
          </p:cNvPicPr>
          <p:nvPr/>
        </p:nvPicPr>
        <p:blipFill>
          <a:blip r:embed="rId5"/>
          <a:srcRect r="-3" b="14527"/>
          <a:stretch>
            <a:fillRect/>
          </a:stretch>
        </p:blipFill>
        <p:spPr>
          <a:xfrm>
            <a:off x="6283691" y="2837244"/>
            <a:ext cx="5892670" cy="2257834"/>
          </a:xfrm>
          <a:prstGeom prst="rect">
            <a:avLst/>
          </a:prstGeom>
        </p:spPr>
      </p:pic>
    </p:spTree>
    <p:extLst>
      <p:ext uri="{BB962C8B-B14F-4D97-AF65-F5344CB8AC3E}">
        <p14:creationId xmlns:p14="http://schemas.microsoft.com/office/powerpoint/2010/main" val="3967080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51D5F-E8E1-96BB-8348-D721E7B16D6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FE006E4-23BE-04D5-9E8C-3D76C34DE6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142" y="231058"/>
            <a:ext cx="11572568" cy="6626942"/>
          </a:xfrm>
          <a:prstGeom prst="rect">
            <a:avLst/>
          </a:prstGeom>
        </p:spPr>
      </p:pic>
    </p:spTree>
    <p:extLst>
      <p:ext uri="{BB962C8B-B14F-4D97-AF65-F5344CB8AC3E}">
        <p14:creationId xmlns:p14="http://schemas.microsoft.com/office/powerpoint/2010/main" val="33678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229040-D34F-F45A-60B7-F9D6503A81AC}"/>
              </a:ext>
            </a:extLst>
          </p:cNvPr>
          <p:cNvSpPr>
            <a:spLocks noGrp="1"/>
          </p:cNvSpPr>
          <p:nvPr>
            <p:ph type="title"/>
          </p:nvPr>
        </p:nvSpPr>
        <p:spPr>
          <a:xfrm>
            <a:off x="6094105" y="802955"/>
            <a:ext cx="4977976" cy="1454051"/>
          </a:xfrm>
        </p:spPr>
        <p:txBody>
          <a:bodyPr>
            <a:normAutofit/>
          </a:bodyPr>
          <a:lstStyle/>
          <a:p>
            <a:r>
              <a:rPr lang="en-IN" sz="3600" b="1">
                <a:solidFill>
                  <a:schemeClr val="tx2"/>
                </a:solidFill>
              </a:rPr>
              <a:t>Container Management (Create Container)</a:t>
            </a:r>
          </a:p>
        </p:txBody>
      </p:sp>
      <p:pic>
        <p:nvPicPr>
          <p:cNvPr id="8" name="Graphic 7" descr="Box">
            <a:extLst>
              <a:ext uri="{FF2B5EF4-FFF2-40B4-BE49-F238E27FC236}">
                <a16:creationId xmlns:a16="http://schemas.microsoft.com/office/drawing/2014/main" id="{B2F65720-74DA-55D4-48A8-5BF95808DF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B76CCA52-6C6A-2739-79E0-1B36C1FD9303}"/>
              </a:ext>
            </a:extLst>
          </p:cNvPr>
          <p:cNvSpPr>
            <a:spLocks noGrp="1"/>
          </p:cNvSpPr>
          <p:nvPr>
            <p:ph idx="1"/>
          </p:nvPr>
        </p:nvSpPr>
        <p:spPr>
          <a:xfrm>
            <a:off x="6090574" y="2421682"/>
            <a:ext cx="4977578" cy="3639289"/>
          </a:xfrm>
        </p:spPr>
        <p:txBody>
          <a:bodyPr anchor="ctr">
            <a:normAutofit/>
          </a:bodyPr>
          <a:lstStyle/>
          <a:p>
            <a:r>
              <a:rPr lang="en-US" sz="1800">
                <a:solidFill>
                  <a:schemeClr val="tx2"/>
                </a:solidFill>
              </a:rPr>
              <a:t>Define Container Name and Description.</a:t>
            </a:r>
          </a:p>
          <a:p>
            <a:r>
              <a:rPr lang="en-US" sz="1800">
                <a:solidFill>
                  <a:schemeClr val="tx2"/>
                </a:solidFill>
              </a:rPr>
              <a:t>Select Storage Capacity (MB).</a:t>
            </a:r>
          </a:p>
          <a:p>
            <a:r>
              <a:rPr lang="en-US" sz="1800">
                <a:solidFill>
                  <a:schemeClr val="tx2"/>
                </a:solidFill>
              </a:rPr>
              <a:t>Mark as Active and Click Create Container.</a:t>
            </a:r>
          </a:p>
          <a:p>
            <a:r>
              <a:rPr lang="en-US" sz="1800">
                <a:solidFill>
                  <a:schemeClr val="tx2"/>
                </a:solidFill>
              </a:rPr>
              <a:t>Verify in Container Overview.</a:t>
            </a:r>
          </a:p>
          <a:p>
            <a:endParaRPr lang="en-IN" sz="1800">
              <a:solidFill>
                <a:schemeClr val="tx2"/>
              </a:solidFill>
            </a:endParaRPr>
          </a:p>
        </p:txBody>
      </p:sp>
      <p:grpSp>
        <p:nvGrpSpPr>
          <p:cNvPr id="15" name="Group 14">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6" name="Freeform: Shape 15">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a16="http://schemas.microsoft.com/office/drawing/2014/main" id="{995F1A3B-88F6-81DD-EB08-78C273B6F83D}"/>
              </a:ext>
            </a:extLst>
          </p:cNvPr>
          <p:cNvSpPr/>
          <p:nvPr/>
        </p:nvSpPr>
        <p:spPr>
          <a:xfrm>
            <a:off x="6348839" y="5024968"/>
            <a:ext cx="5457337" cy="1022804"/>
          </a:xfrm>
          <a:prstGeom prst="rect">
            <a:avLst/>
          </a:prstGeom>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spcAft>
                <a:spcPts val="600"/>
              </a:spcAft>
            </a:pPr>
            <a:r>
              <a:rPr lang="en-IN" b="1" u="sng"/>
              <a:t>Navigation Path</a:t>
            </a:r>
          </a:p>
          <a:p>
            <a:pPr>
              <a:spcAft>
                <a:spcPts val="600"/>
              </a:spcAft>
            </a:pPr>
            <a:r>
              <a:rPr lang="en-IN" u="sng"/>
              <a:t>Login → Admin Console → Create Container</a:t>
            </a:r>
          </a:p>
        </p:txBody>
      </p:sp>
    </p:spTree>
    <p:extLst>
      <p:ext uri="{BB962C8B-B14F-4D97-AF65-F5344CB8AC3E}">
        <p14:creationId xmlns:p14="http://schemas.microsoft.com/office/powerpoint/2010/main" val="1601922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411FED-7EE4-A3EB-DF54-53ADC8F22177}"/>
              </a:ext>
            </a:extLst>
          </p:cNvPr>
          <p:cNvSpPr>
            <a:spLocks noGrp="1"/>
          </p:cNvSpPr>
          <p:nvPr>
            <p:ph type="title"/>
          </p:nvPr>
        </p:nvSpPr>
        <p:spPr>
          <a:xfrm>
            <a:off x="-10948" y="1951629"/>
            <a:ext cx="4031603" cy="2045469"/>
          </a:xfrm>
        </p:spPr>
        <p:txBody>
          <a:bodyPr anchor="b">
            <a:normAutofit/>
          </a:bodyPr>
          <a:lstStyle/>
          <a:p>
            <a:pPr algn="r"/>
            <a:r>
              <a:rPr lang="en-US" sz="4000" b="1">
                <a:solidFill>
                  <a:srgbClr val="FFFFFF"/>
                </a:solidFill>
              </a:rPr>
              <a:t>Assign / Unassign Container to Users</a:t>
            </a:r>
            <a:endParaRPr lang="en-IN" sz="4000" b="1">
              <a:solidFill>
                <a:srgbClr val="FFFFFF"/>
              </a:solidFill>
            </a:endParaRPr>
          </a:p>
        </p:txBody>
      </p:sp>
      <p:sp>
        <p:nvSpPr>
          <p:cNvPr id="3" name="Content Placeholder 2">
            <a:extLst>
              <a:ext uri="{FF2B5EF4-FFF2-40B4-BE49-F238E27FC236}">
                <a16:creationId xmlns:a16="http://schemas.microsoft.com/office/drawing/2014/main" id="{9CA420BC-DE52-F53B-7EA4-E1D659AC4F1E}"/>
              </a:ext>
            </a:extLst>
          </p:cNvPr>
          <p:cNvSpPr>
            <a:spLocks noGrp="1"/>
          </p:cNvSpPr>
          <p:nvPr>
            <p:ph idx="1"/>
          </p:nvPr>
        </p:nvSpPr>
        <p:spPr>
          <a:xfrm>
            <a:off x="4810259" y="649480"/>
            <a:ext cx="6555347" cy="5546047"/>
          </a:xfrm>
        </p:spPr>
        <p:txBody>
          <a:bodyPr anchor="ctr">
            <a:normAutofit/>
          </a:bodyPr>
          <a:lstStyle/>
          <a:p>
            <a:pPr marL="0" indent="0">
              <a:buNone/>
            </a:pPr>
            <a:r>
              <a:rPr lang="en-US" sz="2000" b="1"/>
              <a:t>Assign Steps:</a:t>
            </a:r>
          </a:p>
          <a:p>
            <a:r>
              <a:rPr lang="en-US" sz="2000"/>
              <a:t>Select the Container from dropdown.</a:t>
            </a:r>
          </a:p>
          <a:p>
            <a:r>
              <a:rPr lang="en-US" sz="2000"/>
              <a:t>Select the User.</a:t>
            </a:r>
          </a:p>
          <a:p>
            <a:r>
              <a:rPr lang="en-US" sz="2000"/>
              <a:t>Click </a:t>
            </a:r>
            <a:r>
              <a:rPr lang="en-US" sz="2000" b="1"/>
              <a:t>Assign</a:t>
            </a:r>
            <a:r>
              <a:rPr lang="en-US" sz="2000"/>
              <a:t>.</a:t>
            </a:r>
          </a:p>
          <a:p>
            <a:r>
              <a:rPr lang="en-US" sz="2000"/>
              <a:t>Confirmation message will appear.</a:t>
            </a:r>
          </a:p>
          <a:p>
            <a:pPr marL="0" indent="0">
              <a:buNone/>
            </a:pPr>
            <a:endParaRPr lang="en-US" sz="2000"/>
          </a:p>
          <a:p>
            <a:pPr marL="0" indent="0">
              <a:buNone/>
            </a:pPr>
            <a:r>
              <a:rPr lang="en-US" sz="2000" b="1"/>
              <a:t>Unassign Steps:</a:t>
            </a:r>
            <a:endParaRPr lang="en-US" sz="2000" b="1">
              <a:ea typeface="Calibri"/>
              <a:cs typeface="Calibri"/>
            </a:endParaRPr>
          </a:p>
          <a:p>
            <a:r>
              <a:rPr lang="en-US" sz="2000"/>
              <a:t>Select Container.</a:t>
            </a:r>
          </a:p>
          <a:p>
            <a:r>
              <a:rPr lang="en-US" sz="2000"/>
              <a:t>Select User.</a:t>
            </a:r>
          </a:p>
          <a:p>
            <a:r>
              <a:rPr lang="en-US" sz="2000"/>
              <a:t>Click </a:t>
            </a:r>
            <a:r>
              <a:rPr lang="en-US" sz="2000" b="1"/>
              <a:t>Unassign</a:t>
            </a:r>
            <a:r>
              <a:rPr lang="en-US" sz="2000"/>
              <a:t>.</a:t>
            </a:r>
          </a:p>
          <a:p>
            <a:endParaRPr lang="en-IN" sz="2000"/>
          </a:p>
        </p:txBody>
      </p:sp>
      <p:sp>
        <p:nvSpPr>
          <p:cNvPr id="4" name="Rectangle 3">
            <a:extLst>
              <a:ext uri="{FF2B5EF4-FFF2-40B4-BE49-F238E27FC236}">
                <a16:creationId xmlns:a16="http://schemas.microsoft.com/office/drawing/2014/main" id="{A323FF26-B584-DD13-8177-16E7948758CF}"/>
              </a:ext>
            </a:extLst>
          </p:cNvPr>
          <p:cNvSpPr/>
          <p:nvPr/>
        </p:nvSpPr>
        <p:spPr>
          <a:xfrm>
            <a:off x="7502013" y="6176963"/>
            <a:ext cx="4689987" cy="68103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spcAft>
                <a:spcPts val="600"/>
              </a:spcAft>
            </a:pPr>
            <a:r>
              <a:rPr lang="en-IN" b="1" u="sng"/>
              <a:t>Navigation Path</a:t>
            </a:r>
          </a:p>
          <a:p>
            <a:pPr>
              <a:spcAft>
                <a:spcPts val="600"/>
              </a:spcAft>
            </a:pPr>
            <a:r>
              <a:rPr lang="en-IN" u="sng"/>
              <a:t>Admin Console → Assign / Unassign Container</a:t>
            </a:r>
          </a:p>
        </p:txBody>
      </p:sp>
    </p:spTree>
    <p:extLst>
      <p:ext uri="{BB962C8B-B14F-4D97-AF65-F5344CB8AC3E}">
        <p14:creationId xmlns:p14="http://schemas.microsoft.com/office/powerpoint/2010/main" val="2970126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DB627-765B-621B-4799-8BDA5530255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51AE066-6640-C24A-ED98-50FC02468B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781" y="176981"/>
            <a:ext cx="11129116" cy="6315894"/>
          </a:xfrm>
          <a:prstGeom prst="rect">
            <a:avLst/>
          </a:prstGeom>
        </p:spPr>
      </p:pic>
    </p:spTree>
    <p:extLst>
      <p:ext uri="{BB962C8B-B14F-4D97-AF65-F5344CB8AC3E}">
        <p14:creationId xmlns:p14="http://schemas.microsoft.com/office/powerpoint/2010/main" val="2245429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3" name="Group 12">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4" name="Freeform: Shape 13">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8481DFB-D7BE-8115-558E-B57714BEF458}"/>
              </a:ext>
            </a:extLst>
          </p:cNvPr>
          <p:cNvSpPr>
            <a:spLocks noGrp="1"/>
          </p:cNvSpPr>
          <p:nvPr>
            <p:ph type="title"/>
          </p:nvPr>
        </p:nvSpPr>
        <p:spPr>
          <a:xfrm>
            <a:off x="640080" y="1243013"/>
            <a:ext cx="3855720" cy="4371974"/>
          </a:xfrm>
        </p:spPr>
        <p:txBody>
          <a:bodyPr>
            <a:normAutofit/>
          </a:bodyPr>
          <a:lstStyle/>
          <a:p>
            <a:r>
              <a:rPr lang="en-IN" sz="3600" b="1">
                <a:solidFill>
                  <a:schemeClr val="tx2"/>
                </a:solidFill>
              </a:rPr>
              <a:t>Delete Container</a:t>
            </a:r>
            <a:endParaRPr lang="en-IN" sz="3600" b="1">
              <a:solidFill>
                <a:schemeClr val="tx2"/>
              </a:solidFill>
              <a:ea typeface="Calibri Light"/>
              <a:cs typeface="Calibri Light"/>
            </a:endParaRPr>
          </a:p>
        </p:txBody>
      </p:sp>
      <p:sp>
        <p:nvSpPr>
          <p:cNvPr id="3" name="Content Placeholder 2">
            <a:extLst>
              <a:ext uri="{FF2B5EF4-FFF2-40B4-BE49-F238E27FC236}">
                <a16:creationId xmlns:a16="http://schemas.microsoft.com/office/drawing/2014/main" id="{8DA53932-3287-3675-4BE2-4CA8D0F7685F}"/>
              </a:ext>
            </a:extLst>
          </p:cNvPr>
          <p:cNvSpPr>
            <a:spLocks noGrp="1"/>
          </p:cNvSpPr>
          <p:nvPr>
            <p:ph idx="1"/>
          </p:nvPr>
        </p:nvSpPr>
        <p:spPr>
          <a:xfrm>
            <a:off x="6172200" y="804672"/>
            <a:ext cx="5221224" cy="5230368"/>
          </a:xfrm>
        </p:spPr>
        <p:txBody>
          <a:bodyPr anchor="ctr">
            <a:normAutofit/>
          </a:bodyPr>
          <a:lstStyle/>
          <a:p>
            <a:pPr marL="0" indent="0">
              <a:buNone/>
            </a:pPr>
            <a:r>
              <a:rPr lang="en-US" sz="1800" b="1">
                <a:solidFill>
                  <a:schemeClr val="tx2"/>
                </a:solidFill>
              </a:rPr>
              <a:t>Warning</a:t>
            </a:r>
          </a:p>
          <a:p>
            <a:r>
              <a:rPr lang="en-US" sz="1800">
                <a:solidFill>
                  <a:schemeClr val="tx2"/>
                </a:solidFill>
              </a:rPr>
              <a:t>Container deletion is irreversible.</a:t>
            </a:r>
          </a:p>
          <a:p>
            <a:pPr marL="0" indent="0">
              <a:buNone/>
            </a:pPr>
            <a:endParaRPr lang="en-US" sz="1800">
              <a:solidFill>
                <a:schemeClr val="tx2"/>
              </a:solidFill>
            </a:endParaRPr>
          </a:p>
          <a:p>
            <a:pPr marL="0" indent="0">
              <a:buNone/>
            </a:pPr>
            <a:r>
              <a:rPr lang="en-US" sz="1800" b="1">
                <a:solidFill>
                  <a:schemeClr val="tx2"/>
                </a:solidFill>
              </a:rPr>
              <a:t> Steps:</a:t>
            </a:r>
          </a:p>
          <a:p>
            <a:r>
              <a:rPr lang="en-US" sz="1800">
                <a:solidFill>
                  <a:schemeClr val="tx2"/>
                </a:solidFill>
              </a:rPr>
              <a:t>Select the container from the dropdown.</a:t>
            </a:r>
          </a:p>
          <a:p>
            <a:r>
              <a:rPr lang="en-US" sz="1800">
                <a:solidFill>
                  <a:schemeClr val="tx2"/>
                </a:solidFill>
              </a:rPr>
              <a:t>Review container details carefully.</a:t>
            </a:r>
          </a:p>
          <a:p>
            <a:r>
              <a:rPr lang="en-US" sz="1800">
                <a:solidFill>
                  <a:schemeClr val="tx2"/>
                </a:solidFill>
              </a:rPr>
              <a:t>Click </a:t>
            </a:r>
            <a:r>
              <a:rPr lang="en-US" sz="1800" b="1">
                <a:solidFill>
                  <a:schemeClr val="tx2"/>
                </a:solidFill>
              </a:rPr>
              <a:t>Delete Container</a:t>
            </a:r>
            <a:r>
              <a:rPr lang="en-US" sz="1800">
                <a:solidFill>
                  <a:schemeClr val="tx2"/>
                </a:solidFill>
              </a:rPr>
              <a:t>.</a:t>
            </a:r>
          </a:p>
          <a:p>
            <a:r>
              <a:rPr lang="en-US" sz="1800">
                <a:solidFill>
                  <a:schemeClr val="tx2"/>
                </a:solidFill>
              </a:rPr>
              <a:t>Confirm deletion in the popup.</a:t>
            </a:r>
          </a:p>
          <a:p>
            <a:endParaRPr lang="en-IN" sz="1800">
              <a:solidFill>
                <a:schemeClr val="tx2"/>
              </a:solidFill>
            </a:endParaRPr>
          </a:p>
        </p:txBody>
      </p:sp>
      <p:sp>
        <p:nvSpPr>
          <p:cNvPr id="4" name="Rectangle 3">
            <a:extLst>
              <a:ext uri="{FF2B5EF4-FFF2-40B4-BE49-F238E27FC236}">
                <a16:creationId xmlns:a16="http://schemas.microsoft.com/office/drawing/2014/main" id="{2285F73F-EA2C-DE69-D99F-E01CD3900A70}"/>
              </a:ext>
            </a:extLst>
          </p:cNvPr>
          <p:cNvSpPr/>
          <p:nvPr/>
        </p:nvSpPr>
        <p:spPr>
          <a:xfrm>
            <a:off x="6166953" y="5014965"/>
            <a:ext cx="4444181" cy="8308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spcAft>
                <a:spcPts val="600"/>
              </a:spcAft>
            </a:pPr>
            <a:r>
              <a:rPr lang="en-IN" b="1"/>
              <a:t>Navigation Path</a:t>
            </a:r>
          </a:p>
          <a:p>
            <a:pPr>
              <a:spcAft>
                <a:spcPts val="600"/>
              </a:spcAft>
            </a:pPr>
            <a:r>
              <a:rPr lang="en-IN"/>
              <a:t>Admin Console → Delete Container</a:t>
            </a:r>
          </a:p>
        </p:txBody>
      </p:sp>
    </p:spTree>
    <p:extLst>
      <p:ext uri="{BB962C8B-B14F-4D97-AF65-F5344CB8AC3E}">
        <p14:creationId xmlns:p14="http://schemas.microsoft.com/office/powerpoint/2010/main" val="1481558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D4BC1E-0D2A-035F-7A07-BD1F98E3AEC8}"/>
              </a:ext>
            </a:extLst>
          </p:cNvPr>
          <p:cNvSpPr>
            <a:spLocks noGrp="1"/>
          </p:cNvSpPr>
          <p:nvPr>
            <p:ph type="title"/>
          </p:nvPr>
        </p:nvSpPr>
        <p:spPr>
          <a:xfrm>
            <a:off x="838200" y="365125"/>
            <a:ext cx="10515600" cy="1325563"/>
          </a:xfrm>
        </p:spPr>
        <p:txBody>
          <a:bodyPr>
            <a:normAutofit/>
          </a:bodyPr>
          <a:lstStyle/>
          <a:p>
            <a:r>
              <a:rPr lang="en-US" sz="4200" b="1"/>
              <a:t>Edit Capacity </a:t>
            </a:r>
            <a:br>
              <a:rPr lang="en-US" sz="4200" b="1"/>
            </a:br>
            <a:endParaRPr lang="en-IN" sz="4200"/>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1E23DE-D493-469C-6D64-D15ADA45932F}"/>
              </a:ext>
            </a:extLst>
          </p:cNvPr>
          <p:cNvSpPr>
            <a:spLocks noGrp="1"/>
          </p:cNvSpPr>
          <p:nvPr>
            <p:ph idx="1"/>
          </p:nvPr>
        </p:nvSpPr>
        <p:spPr>
          <a:xfrm>
            <a:off x="838200" y="1929384"/>
            <a:ext cx="10515600" cy="4251960"/>
          </a:xfrm>
        </p:spPr>
        <p:txBody>
          <a:bodyPr>
            <a:normAutofit/>
          </a:bodyPr>
          <a:lstStyle/>
          <a:p>
            <a:pPr marL="0" indent="0">
              <a:buNone/>
            </a:pPr>
            <a:r>
              <a:rPr lang="en-US" sz="2200" b="1"/>
              <a:t>Purpose</a:t>
            </a:r>
          </a:p>
          <a:p>
            <a:r>
              <a:rPr lang="en-US" sz="2200"/>
              <a:t>Allows administrators to increase or decrease container storage allocation.</a:t>
            </a:r>
          </a:p>
          <a:p>
            <a:pPr marL="0" indent="0">
              <a:buNone/>
            </a:pPr>
            <a:r>
              <a:rPr lang="en-US" sz="2200" b="1"/>
              <a:t> Steps:</a:t>
            </a:r>
          </a:p>
          <a:p>
            <a:r>
              <a:rPr lang="en-US" sz="2200"/>
              <a:t>Search for the container.</a:t>
            </a:r>
          </a:p>
          <a:p>
            <a:r>
              <a:rPr lang="en-US" sz="2200"/>
              <a:t>Modify the </a:t>
            </a:r>
            <a:r>
              <a:rPr lang="en-US" sz="2200" b="1"/>
              <a:t>Capacity (MB)</a:t>
            </a:r>
            <a:r>
              <a:rPr lang="en-US" sz="2200"/>
              <a:t> value in the input field.</a:t>
            </a:r>
          </a:p>
          <a:p>
            <a:r>
              <a:rPr lang="en-US" sz="2200"/>
              <a:t>Click </a:t>
            </a:r>
            <a:r>
              <a:rPr lang="en-US" sz="2200" b="1"/>
              <a:t>Update</a:t>
            </a:r>
            <a:r>
              <a:rPr lang="en-US" sz="2200"/>
              <a:t> to apply changes instantly.</a:t>
            </a:r>
          </a:p>
          <a:p>
            <a:pPr marL="0" indent="0">
              <a:buNone/>
            </a:pPr>
            <a:r>
              <a:rPr lang="en-US" sz="2200" b="1"/>
              <a:t> Notes:</a:t>
            </a:r>
          </a:p>
          <a:p>
            <a:r>
              <a:rPr lang="en-US" sz="2200"/>
              <a:t>Increasing capacity allows additional uploads.</a:t>
            </a:r>
          </a:p>
          <a:p>
            <a:r>
              <a:rPr lang="en-US" sz="2200"/>
              <a:t>Reducing capacity below current usage may restrict further uploads.</a:t>
            </a:r>
          </a:p>
          <a:p>
            <a:r>
              <a:rPr lang="en-US" sz="2200"/>
              <a:t>Changes take effect immediately.</a:t>
            </a:r>
          </a:p>
          <a:p>
            <a:endParaRPr lang="en-IN" sz="2200"/>
          </a:p>
        </p:txBody>
      </p:sp>
      <p:sp>
        <p:nvSpPr>
          <p:cNvPr id="4" name="Rectangle 3">
            <a:extLst>
              <a:ext uri="{FF2B5EF4-FFF2-40B4-BE49-F238E27FC236}">
                <a16:creationId xmlns:a16="http://schemas.microsoft.com/office/drawing/2014/main" id="{6D20027D-D374-3826-D76E-6F9F83C2C7C0}"/>
              </a:ext>
            </a:extLst>
          </p:cNvPr>
          <p:cNvSpPr/>
          <p:nvPr/>
        </p:nvSpPr>
        <p:spPr>
          <a:xfrm>
            <a:off x="7440598" y="5847142"/>
            <a:ext cx="4080387" cy="681037"/>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spcAft>
                <a:spcPts val="600"/>
              </a:spcAft>
            </a:pPr>
            <a:r>
              <a:rPr lang="en-US" b="1" u="sng"/>
              <a:t>Navigation Path</a:t>
            </a:r>
          </a:p>
          <a:p>
            <a:pPr>
              <a:spcAft>
                <a:spcPts val="600"/>
              </a:spcAft>
            </a:pPr>
            <a:r>
              <a:rPr lang="en-US" u="sng"/>
              <a:t>Admin Console → Edit / Search Capacity</a:t>
            </a:r>
          </a:p>
        </p:txBody>
      </p:sp>
    </p:spTree>
    <p:extLst>
      <p:ext uri="{BB962C8B-B14F-4D97-AF65-F5344CB8AC3E}">
        <p14:creationId xmlns:p14="http://schemas.microsoft.com/office/powerpoint/2010/main" val="2686689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DDFCBE-D1D9-EF3A-4E3F-76F1FBC83009}"/>
              </a:ext>
            </a:extLst>
          </p:cNvPr>
          <p:cNvSpPr>
            <a:spLocks noGrp="1"/>
          </p:cNvSpPr>
          <p:nvPr>
            <p:ph type="title"/>
          </p:nvPr>
        </p:nvSpPr>
        <p:spPr>
          <a:xfrm>
            <a:off x="838200" y="365125"/>
            <a:ext cx="10515600" cy="1325563"/>
          </a:xfrm>
        </p:spPr>
        <p:txBody>
          <a:bodyPr>
            <a:normAutofit/>
          </a:bodyPr>
          <a:lstStyle/>
          <a:p>
            <a:r>
              <a:rPr lang="en-IN" sz="5400" b="1"/>
              <a:t>Add / Delete Capacity</a:t>
            </a:r>
            <a:endParaRPr lang="en-IN" sz="5400" b="1">
              <a:ea typeface="Calibri Light"/>
              <a:cs typeface="Calibri Light"/>
            </a:endParaRP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96D37F-D763-3AC0-CA7E-181BB2EE88BE}"/>
              </a:ext>
            </a:extLst>
          </p:cNvPr>
          <p:cNvSpPr>
            <a:spLocks noGrp="1"/>
          </p:cNvSpPr>
          <p:nvPr>
            <p:ph idx="1"/>
          </p:nvPr>
        </p:nvSpPr>
        <p:spPr>
          <a:xfrm>
            <a:off x="838200" y="1929384"/>
            <a:ext cx="10515600" cy="4251960"/>
          </a:xfrm>
        </p:spPr>
        <p:txBody>
          <a:bodyPr>
            <a:normAutofit/>
          </a:bodyPr>
          <a:lstStyle/>
          <a:p>
            <a:pPr marL="0" indent="0">
              <a:buNone/>
            </a:pPr>
            <a:r>
              <a:rPr lang="en-IN" sz="2200" b="1"/>
              <a:t>Purpose</a:t>
            </a:r>
          </a:p>
          <a:p>
            <a:r>
              <a:rPr lang="en-IN" sz="2200"/>
              <a:t>Define standard storage tiers available during container creation.</a:t>
            </a:r>
          </a:p>
          <a:p>
            <a:pPr marL="0" indent="0">
              <a:buNone/>
            </a:pPr>
            <a:r>
              <a:rPr lang="en-IN" sz="2200" b="1"/>
              <a:t> Features:</a:t>
            </a:r>
          </a:p>
          <a:p>
            <a:r>
              <a:rPr lang="en-IN" sz="2200"/>
              <a:t>Add predefined capacity options (e.g., 500MB, 1GB, etc.)</a:t>
            </a:r>
          </a:p>
          <a:p>
            <a:r>
              <a:rPr lang="en-IN" sz="2200"/>
              <a:t>Delete obsolete capacity values</a:t>
            </a:r>
          </a:p>
          <a:p>
            <a:r>
              <a:rPr lang="en-IN" sz="2200"/>
              <a:t>Maintain standardized storage allocation policies</a:t>
            </a:r>
          </a:p>
          <a:p>
            <a:pPr marL="0" indent="0">
              <a:buNone/>
            </a:pPr>
            <a:r>
              <a:rPr lang="en-IN" sz="2200" b="1"/>
              <a:t> Steps to Add Capacity:</a:t>
            </a:r>
          </a:p>
          <a:p>
            <a:r>
              <a:rPr lang="en-IN" sz="2200"/>
              <a:t>Enter capacity value (in MB).</a:t>
            </a:r>
          </a:p>
          <a:p>
            <a:r>
              <a:rPr lang="en-IN" sz="2200"/>
              <a:t>Click </a:t>
            </a:r>
            <a:r>
              <a:rPr lang="en-IN" sz="2200" b="1"/>
              <a:t>Save Capacity</a:t>
            </a:r>
            <a:r>
              <a:rPr lang="en-IN" sz="2200"/>
              <a:t>.</a:t>
            </a:r>
          </a:p>
          <a:p>
            <a:r>
              <a:rPr lang="en-IN" sz="2200"/>
              <a:t>New value becomes available in container creation dropdown.</a:t>
            </a:r>
          </a:p>
          <a:p>
            <a:endParaRPr lang="en-IN" sz="2200"/>
          </a:p>
        </p:txBody>
      </p:sp>
      <p:sp>
        <p:nvSpPr>
          <p:cNvPr id="4" name="Rectangle 3">
            <a:extLst>
              <a:ext uri="{FF2B5EF4-FFF2-40B4-BE49-F238E27FC236}">
                <a16:creationId xmlns:a16="http://schemas.microsoft.com/office/drawing/2014/main" id="{418E510B-FDCB-C0F8-B209-41606973945C}"/>
              </a:ext>
            </a:extLst>
          </p:cNvPr>
          <p:cNvSpPr/>
          <p:nvPr/>
        </p:nvSpPr>
        <p:spPr>
          <a:xfrm>
            <a:off x="7855974" y="6135329"/>
            <a:ext cx="4336026" cy="7226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spcAft>
                <a:spcPts val="600"/>
              </a:spcAft>
            </a:pPr>
            <a:r>
              <a:rPr lang="en-US" b="1" u="sng"/>
              <a:t>Navigation Path</a:t>
            </a:r>
          </a:p>
          <a:p>
            <a:pPr>
              <a:spcAft>
                <a:spcPts val="600"/>
              </a:spcAft>
            </a:pPr>
            <a:r>
              <a:rPr lang="en-US" u="sng"/>
              <a:t>Admin Console → Add / Delete Capacity</a:t>
            </a:r>
          </a:p>
        </p:txBody>
      </p:sp>
    </p:spTree>
    <p:extLst>
      <p:ext uri="{BB962C8B-B14F-4D97-AF65-F5344CB8AC3E}">
        <p14:creationId xmlns:p14="http://schemas.microsoft.com/office/powerpoint/2010/main" val="4220367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0BBB0-B75F-0F8C-2F67-E0EBBB07D17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68A8651-374E-B16F-200E-3F968F8C0D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659" y="117986"/>
            <a:ext cx="11926528" cy="6740013"/>
          </a:xfrm>
          <a:prstGeom prst="rect">
            <a:avLst/>
          </a:prstGeom>
        </p:spPr>
      </p:pic>
    </p:spTree>
    <p:extLst>
      <p:ext uri="{BB962C8B-B14F-4D97-AF65-F5344CB8AC3E}">
        <p14:creationId xmlns:p14="http://schemas.microsoft.com/office/powerpoint/2010/main" val="2992723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E48D62-CACC-5104-6D84-1AF3B801F4ED}"/>
              </a:ext>
            </a:extLst>
          </p:cNvPr>
          <p:cNvSpPr>
            <a:spLocks noGrp="1"/>
          </p:cNvSpPr>
          <p:nvPr>
            <p:ph type="title"/>
          </p:nvPr>
        </p:nvSpPr>
        <p:spPr>
          <a:xfrm>
            <a:off x="6094105" y="802955"/>
            <a:ext cx="4977976" cy="1454051"/>
          </a:xfrm>
        </p:spPr>
        <p:txBody>
          <a:bodyPr>
            <a:normAutofit/>
          </a:bodyPr>
          <a:lstStyle/>
          <a:p>
            <a:r>
              <a:rPr lang="en-US" sz="3600" b="1">
                <a:solidFill>
                  <a:schemeClr val="tx2"/>
                </a:solidFill>
              </a:rPr>
              <a:t>ADD / EDIT USER</a:t>
            </a:r>
            <a:endParaRPr lang="en-IN" sz="3600" b="1">
              <a:solidFill>
                <a:schemeClr val="tx2"/>
              </a:solidFill>
            </a:endParaRPr>
          </a:p>
        </p:txBody>
      </p:sp>
      <p:pic>
        <p:nvPicPr>
          <p:cNvPr id="8" name="Graphic 7" descr="User">
            <a:extLst>
              <a:ext uri="{FF2B5EF4-FFF2-40B4-BE49-F238E27FC236}">
                <a16:creationId xmlns:a16="http://schemas.microsoft.com/office/drawing/2014/main" id="{F085761C-EE6D-0984-64A9-E47D0CF1E5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B7BE8B54-319C-DF7E-F331-2EEEAE33828D}"/>
              </a:ext>
            </a:extLst>
          </p:cNvPr>
          <p:cNvSpPr>
            <a:spLocks noGrp="1"/>
          </p:cNvSpPr>
          <p:nvPr>
            <p:ph idx="1"/>
          </p:nvPr>
        </p:nvSpPr>
        <p:spPr>
          <a:xfrm>
            <a:off x="6090574" y="2421682"/>
            <a:ext cx="4977578" cy="3639289"/>
          </a:xfrm>
        </p:spPr>
        <p:txBody>
          <a:bodyPr anchor="ctr">
            <a:normAutofit/>
          </a:bodyPr>
          <a:lstStyle/>
          <a:p>
            <a:pPr marL="0" indent="0">
              <a:buNone/>
            </a:pPr>
            <a:r>
              <a:rPr lang="en-US" sz="1800" b="1">
                <a:solidFill>
                  <a:schemeClr val="tx2"/>
                </a:solidFill>
              </a:rPr>
              <a:t>Purpose of User Management</a:t>
            </a:r>
          </a:p>
          <a:p>
            <a:pPr marL="0" indent="0">
              <a:buNone/>
            </a:pPr>
            <a:r>
              <a:rPr lang="en-US" sz="1800">
                <a:solidFill>
                  <a:schemeClr val="tx2"/>
                </a:solidFill>
              </a:rPr>
              <a:t>The User Management module enables administrators to:</a:t>
            </a:r>
          </a:p>
          <a:p>
            <a:r>
              <a:rPr lang="en-US" sz="1800">
                <a:solidFill>
                  <a:schemeClr val="tx2"/>
                </a:solidFill>
              </a:rPr>
              <a:t>View all registered users</a:t>
            </a:r>
          </a:p>
          <a:p>
            <a:r>
              <a:rPr lang="en-US" sz="1800">
                <a:solidFill>
                  <a:schemeClr val="tx2"/>
                </a:solidFill>
              </a:rPr>
              <a:t>Add new users</a:t>
            </a:r>
            <a:endParaRPr lang="en-US" sz="1800">
              <a:solidFill>
                <a:schemeClr val="tx2"/>
              </a:solidFill>
              <a:ea typeface="Calibri"/>
              <a:cs typeface="Calibri"/>
            </a:endParaRPr>
          </a:p>
          <a:p>
            <a:r>
              <a:rPr lang="en-US" sz="1800">
                <a:solidFill>
                  <a:schemeClr val="tx2"/>
                </a:solidFill>
              </a:rPr>
              <a:t>Edit existing user profiles</a:t>
            </a:r>
          </a:p>
          <a:p>
            <a:r>
              <a:rPr lang="en-US" sz="1800">
                <a:solidFill>
                  <a:schemeClr val="tx2"/>
                </a:solidFill>
              </a:rPr>
              <a:t>Assign groups</a:t>
            </a:r>
          </a:p>
          <a:p>
            <a:r>
              <a:rPr lang="en-US" sz="1800">
                <a:solidFill>
                  <a:schemeClr val="tx2"/>
                </a:solidFill>
              </a:rPr>
              <a:t>Define access permissions</a:t>
            </a:r>
          </a:p>
          <a:p>
            <a:r>
              <a:rPr lang="en-US" sz="1800">
                <a:solidFill>
                  <a:schemeClr val="tx2"/>
                </a:solidFill>
              </a:rPr>
              <a:t>Reset passwords</a:t>
            </a:r>
          </a:p>
          <a:p>
            <a:pPr marL="0" indent="0">
              <a:buNone/>
            </a:pPr>
            <a:endParaRPr lang="en-IN" sz="1800">
              <a:solidFill>
                <a:schemeClr val="tx2"/>
              </a:solidFill>
            </a:endParaRPr>
          </a:p>
        </p:txBody>
      </p:sp>
      <p:grpSp>
        <p:nvGrpSpPr>
          <p:cNvPr id="15" name="Group 14">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6" name="Freeform: Shape 15">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Rounded Corners 3">
            <a:extLst>
              <a:ext uri="{FF2B5EF4-FFF2-40B4-BE49-F238E27FC236}">
                <a16:creationId xmlns:a16="http://schemas.microsoft.com/office/drawing/2014/main" id="{92575EB2-B65C-68D1-0329-15ABE350A98C}"/>
              </a:ext>
            </a:extLst>
          </p:cNvPr>
          <p:cNvSpPr/>
          <p:nvPr/>
        </p:nvSpPr>
        <p:spPr>
          <a:xfrm>
            <a:off x="7865806" y="6176963"/>
            <a:ext cx="4326194" cy="68103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spcAft>
                <a:spcPts val="600"/>
              </a:spcAft>
            </a:pPr>
            <a:r>
              <a:rPr lang="en-US" b="1"/>
              <a:t>Navigation Path</a:t>
            </a:r>
          </a:p>
          <a:p>
            <a:pPr>
              <a:spcAft>
                <a:spcPts val="600"/>
              </a:spcAft>
            </a:pPr>
            <a:r>
              <a:rPr lang="en-US"/>
              <a:t>Admin Console → Add / Edit User</a:t>
            </a:r>
          </a:p>
          <a:p>
            <a:pPr algn="ctr">
              <a:spcAft>
                <a:spcPts val="600"/>
              </a:spcAft>
            </a:pPr>
            <a:endParaRPr lang="en-IN"/>
          </a:p>
        </p:txBody>
      </p:sp>
    </p:spTree>
    <p:extLst>
      <p:ext uri="{BB962C8B-B14F-4D97-AF65-F5344CB8AC3E}">
        <p14:creationId xmlns:p14="http://schemas.microsoft.com/office/powerpoint/2010/main" val="2973671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 screen&#10;&#10;AI-generated content may be incorrect.">
            <a:extLst>
              <a:ext uri="{FF2B5EF4-FFF2-40B4-BE49-F238E27FC236}">
                <a16:creationId xmlns:a16="http://schemas.microsoft.com/office/drawing/2014/main" id="{6D84BB77-2DB5-5E7D-A745-04E9A5A98336}"/>
              </a:ext>
            </a:extLst>
          </p:cNvPr>
          <p:cNvPicPr>
            <a:picLocks noChangeAspect="1"/>
          </p:cNvPicPr>
          <p:nvPr/>
        </p:nvPicPr>
        <p:blipFill>
          <a:blip r:embed="rId2"/>
          <a:stretch>
            <a:fillRect/>
          </a:stretch>
        </p:blipFill>
        <p:spPr>
          <a:xfrm>
            <a:off x="7628783" y="739141"/>
            <a:ext cx="4259916" cy="2061860"/>
          </a:xfrm>
          <a:prstGeom prst="rect">
            <a:avLst/>
          </a:prstGeom>
        </p:spPr>
      </p:pic>
      <p:sp>
        <p:nvSpPr>
          <p:cNvPr id="26"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315691"/>
            <a:ext cx="4343400" cy="18288"/>
          </a:xfrm>
          <a:custGeom>
            <a:avLst/>
            <a:gdLst>
              <a:gd name="csX0" fmla="*/ 0 w 4343400"/>
              <a:gd name="csY0" fmla="*/ 0 h 18288"/>
              <a:gd name="csX1" fmla="*/ 577052 w 4343400"/>
              <a:gd name="csY1" fmla="*/ 0 h 18288"/>
              <a:gd name="csX2" fmla="*/ 1067235 w 4343400"/>
              <a:gd name="csY2" fmla="*/ 0 h 18288"/>
              <a:gd name="csX3" fmla="*/ 1600853 w 4343400"/>
              <a:gd name="csY3" fmla="*/ 0 h 18288"/>
              <a:gd name="csX4" fmla="*/ 2264773 w 4343400"/>
              <a:gd name="csY4" fmla="*/ 0 h 18288"/>
              <a:gd name="csX5" fmla="*/ 2841825 w 4343400"/>
              <a:gd name="csY5" fmla="*/ 0 h 18288"/>
              <a:gd name="csX6" fmla="*/ 3375442 w 4343400"/>
              <a:gd name="csY6" fmla="*/ 0 h 18288"/>
              <a:gd name="csX7" fmla="*/ 4343400 w 4343400"/>
              <a:gd name="csY7" fmla="*/ 0 h 18288"/>
              <a:gd name="csX8" fmla="*/ 4343400 w 4343400"/>
              <a:gd name="csY8" fmla="*/ 18288 h 18288"/>
              <a:gd name="csX9" fmla="*/ 3722914 w 4343400"/>
              <a:gd name="csY9" fmla="*/ 18288 h 18288"/>
              <a:gd name="csX10" fmla="*/ 3189297 w 4343400"/>
              <a:gd name="csY10" fmla="*/ 18288 h 18288"/>
              <a:gd name="csX11" fmla="*/ 2481943 w 4343400"/>
              <a:gd name="csY11" fmla="*/ 18288 h 18288"/>
              <a:gd name="csX12" fmla="*/ 1904891 w 4343400"/>
              <a:gd name="csY12" fmla="*/ 18288 h 18288"/>
              <a:gd name="csX13" fmla="*/ 1414707 w 4343400"/>
              <a:gd name="csY13" fmla="*/ 18288 h 18288"/>
              <a:gd name="csX14" fmla="*/ 750788 w 4343400"/>
              <a:gd name="csY14" fmla="*/ 18288 h 18288"/>
              <a:gd name="csX15" fmla="*/ 0 w 4343400"/>
              <a:gd name="csY15" fmla="*/ 18288 h 18288"/>
              <a:gd name="csX16" fmla="*/ 0 w 43434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6F1C0186-B684-F2A8-CBAE-25F6023BD2F5}"/>
              </a:ext>
            </a:extLst>
          </p:cNvPr>
          <p:cNvSpPr>
            <a:spLocks noGrp="1"/>
          </p:cNvSpPr>
          <p:nvPr>
            <p:ph idx="1"/>
          </p:nvPr>
        </p:nvSpPr>
        <p:spPr>
          <a:xfrm>
            <a:off x="794618" y="1515357"/>
            <a:ext cx="6838166" cy="806115"/>
          </a:xfrm>
        </p:spPr>
        <p:txBody>
          <a:bodyPr vert="horz" lIns="91440" tIns="45720" rIns="91440" bIns="45720" rtlCol="0" anchor="t">
            <a:normAutofit/>
          </a:bodyPr>
          <a:lstStyle/>
          <a:p>
            <a:pPr marL="0" indent="0">
              <a:buNone/>
            </a:pPr>
            <a:r>
              <a:rPr lang="en-US" sz="3200" b="1">
                <a:ea typeface="Calibri"/>
                <a:cs typeface="Calibri"/>
              </a:rPr>
              <a:t>Create User Page </a:t>
            </a:r>
          </a:p>
        </p:txBody>
      </p:sp>
      <p:pic>
        <p:nvPicPr>
          <p:cNvPr id="5" name="Picture 4" descr="A screenshot of a computer&#10;&#10;AI-generated content may be incorrect.">
            <a:extLst>
              <a:ext uri="{FF2B5EF4-FFF2-40B4-BE49-F238E27FC236}">
                <a16:creationId xmlns:a16="http://schemas.microsoft.com/office/drawing/2014/main" id="{566120E8-DB3D-24E7-22AB-098129F9E1A8}"/>
              </a:ext>
            </a:extLst>
          </p:cNvPr>
          <p:cNvPicPr>
            <a:picLocks noChangeAspect="1"/>
          </p:cNvPicPr>
          <p:nvPr/>
        </p:nvPicPr>
        <p:blipFill>
          <a:blip r:embed="rId3"/>
          <a:stretch>
            <a:fillRect/>
          </a:stretch>
        </p:blipFill>
        <p:spPr>
          <a:xfrm>
            <a:off x="7653255" y="3662879"/>
            <a:ext cx="4406041" cy="2312247"/>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0F34E7B2-FAE5-F9B1-2ED9-0375CC4581EC}"/>
              </a:ext>
            </a:extLst>
          </p:cNvPr>
          <p:cNvPicPr>
            <a:picLocks noChangeAspect="1"/>
          </p:cNvPicPr>
          <p:nvPr/>
        </p:nvPicPr>
        <p:blipFill>
          <a:blip r:embed="rId4"/>
          <a:stretch>
            <a:fillRect/>
          </a:stretch>
        </p:blipFill>
        <p:spPr>
          <a:xfrm>
            <a:off x="363075" y="2792491"/>
            <a:ext cx="6817146" cy="3599959"/>
          </a:xfrm>
          <a:prstGeom prst="rect">
            <a:avLst/>
          </a:prstGeom>
        </p:spPr>
      </p:pic>
      <p:sp>
        <p:nvSpPr>
          <p:cNvPr id="7" name="TextBox 6">
            <a:extLst>
              <a:ext uri="{FF2B5EF4-FFF2-40B4-BE49-F238E27FC236}">
                <a16:creationId xmlns:a16="http://schemas.microsoft.com/office/drawing/2014/main" id="{EFA7D118-D423-E73D-0961-791E85E128C3}"/>
              </a:ext>
            </a:extLst>
          </p:cNvPr>
          <p:cNvSpPr txBox="1"/>
          <p:nvPr/>
        </p:nvSpPr>
        <p:spPr>
          <a:xfrm>
            <a:off x="7654352" y="3051729"/>
            <a:ext cx="41388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On clicking create user</a:t>
            </a:r>
            <a:endParaRPr lang="en-US" sz="2400"/>
          </a:p>
        </p:txBody>
      </p:sp>
      <p:sp>
        <p:nvSpPr>
          <p:cNvPr id="9" name="TextBox 8">
            <a:extLst>
              <a:ext uri="{FF2B5EF4-FFF2-40B4-BE49-F238E27FC236}">
                <a16:creationId xmlns:a16="http://schemas.microsoft.com/office/drawing/2014/main" id="{712D6FBC-F681-3D37-E623-138D3055A57C}"/>
              </a:ext>
            </a:extLst>
          </p:cNvPr>
          <p:cNvSpPr txBox="1"/>
          <p:nvPr/>
        </p:nvSpPr>
        <p:spPr>
          <a:xfrm>
            <a:off x="7658627" y="274406"/>
            <a:ext cx="47177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On clicking change password</a:t>
            </a:r>
          </a:p>
        </p:txBody>
      </p:sp>
    </p:spTree>
    <p:extLst>
      <p:ext uri="{BB962C8B-B14F-4D97-AF65-F5344CB8AC3E}">
        <p14:creationId xmlns:p14="http://schemas.microsoft.com/office/powerpoint/2010/main" val="1173347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B7CD1A-50A4-A1AD-7919-44F02CB9EE20}"/>
              </a:ext>
            </a:extLst>
          </p:cNvPr>
          <p:cNvSpPr>
            <a:spLocks noGrp="1"/>
          </p:cNvSpPr>
          <p:nvPr>
            <p:ph type="title"/>
          </p:nvPr>
        </p:nvSpPr>
        <p:spPr>
          <a:xfrm>
            <a:off x="6094105" y="802955"/>
            <a:ext cx="4977976" cy="1454051"/>
          </a:xfrm>
        </p:spPr>
        <p:txBody>
          <a:bodyPr>
            <a:normAutofit/>
          </a:bodyPr>
          <a:lstStyle/>
          <a:p>
            <a:r>
              <a:rPr lang="en-US" sz="3600" b="1">
                <a:solidFill>
                  <a:schemeClr val="tx2"/>
                </a:solidFill>
              </a:rPr>
              <a:t>Add New User</a:t>
            </a:r>
            <a:endParaRPr lang="en-IN" sz="3600">
              <a:solidFill>
                <a:schemeClr val="tx2"/>
              </a:solidFill>
            </a:endParaRPr>
          </a:p>
        </p:txBody>
      </p:sp>
      <p:pic>
        <p:nvPicPr>
          <p:cNvPr id="7" name="Graphic 6" descr="Employee Badge">
            <a:extLst>
              <a:ext uri="{FF2B5EF4-FFF2-40B4-BE49-F238E27FC236}">
                <a16:creationId xmlns:a16="http://schemas.microsoft.com/office/drawing/2014/main" id="{AE9E888B-F303-F92B-6F0A-1B85E15733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BDFC726C-7E2E-6BF0-FD17-6D7ADB7AB46A}"/>
              </a:ext>
            </a:extLst>
          </p:cNvPr>
          <p:cNvSpPr>
            <a:spLocks noGrp="1"/>
          </p:cNvSpPr>
          <p:nvPr>
            <p:ph idx="1"/>
          </p:nvPr>
        </p:nvSpPr>
        <p:spPr>
          <a:xfrm>
            <a:off x="6090574" y="2421682"/>
            <a:ext cx="4977578" cy="3639289"/>
          </a:xfrm>
        </p:spPr>
        <p:txBody>
          <a:bodyPr anchor="ctr">
            <a:normAutofit lnSpcReduction="10000"/>
          </a:bodyPr>
          <a:lstStyle/>
          <a:p>
            <a:pPr marL="0" indent="0">
              <a:buNone/>
            </a:pPr>
            <a:r>
              <a:rPr lang="en-US" sz="2000" b="1">
                <a:solidFill>
                  <a:schemeClr val="tx2"/>
                </a:solidFill>
              </a:rPr>
              <a:t>Steps to Add a User:</a:t>
            </a:r>
          </a:p>
          <a:p>
            <a:pPr marL="0" indent="0">
              <a:buNone/>
            </a:pPr>
            <a:endParaRPr lang="en-US" sz="1300" b="1">
              <a:solidFill>
                <a:schemeClr val="tx2"/>
              </a:solidFill>
            </a:endParaRPr>
          </a:p>
          <a:p>
            <a:r>
              <a:rPr lang="en-US" sz="1300">
                <a:solidFill>
                  <a:schemeClr val="tx2"/>
                </a:solidFill>
              </a:rPr>
              <a:t>Click </a:t>
            </a:r>
            <a:r>
              <a:rPr lang="en-US" sz="1300" b="1">
                <a:solidFill>
                  <a:schemeClr val="tx2"/>
                </a:solidFill>
              </a:rPr>
              <a:t>Add New</a:t>
            </a:r>
            <a:r>
              <a:rPr lang="en-US" sz="1300">
                <a:solidFill>
                  <a:schemeClr val="tx2"/>
                </a:solidFill>
              </a:rPr>
              <a:t>.</a:t>
            </a:r>
          </a:p>
          <a:p>
            <a:r>
              <a:rPr lang="en-US" sz="1300">
                <a:solidFill>
                  <a:schemeClr val="tx2"/>
                </a:solidFill>
                <a:ea typeface="+mn-lt"/>
                <a:cs typeface="+mn-lt"/>
              </a:rPr>
              <a:t>Create and manage users through the admin panel. </a:t>
            </a:r>
            <a:endParaRPr lang="en-US"/>
          </a:p>
          <a:p>
            <a:r>
              <a:rPr lang="en-US" sz="1300">
                <a:solidFill>
                  <a:schemeClr val="tx2"/>
                </a:solidFill>
                <a:ea typeface="+mn-lt"/>
                <a:cs typeface="+mn-lt"/>
              </a:rPr>
              <a:t>Assign role-based permissions (view, upload, download, delete). </a:t>
            </a:r>
            <a:endParaRPr lang="en-US"/>
          </a:p>
          <a:p>
            <a:r>
              <a:rPr lang="en-US" sz="1300">
                <a:solidFill>
                  <a:schemeClr val="tx2"/>
                </a:solidFill>
                <a:ea typeface="+mn-lt"/>
                <a:cs typeface="+mn-lt"/>
              </a:rPr>
              <a:t>Users can only perform actions allowed by the admin. </a:t>
            </a:r>
            <a:endParaRPr lang="en-US"/>
          </a:p>
          <a:p>
            <a:r>
              <a:rPr lang="en-US" sz="1300">
                <a:solidFill>
                  <a:schemeClr val="tx2"/>
                </a:solidFill>
                <a:ea typeface="+mn-lt"/>
                <a:cs typeface="+mn-lt"/>
              </a:rPr>
              <a:t>Restrict access using allowed IP addresses for secure login. </a:t>
            </a:r>
            <a:endParaRPr lang="en-US"/>
          </a:p>
          <a:p>
            <a:r>
              <a:rPr lang="en-US" sz="1300">
                <a:solidFill>
                  <a:schemeClr val="tx2"/>
                </a:solidFill>
                <a:ea typeface="+mn-lt"/>
                <a:cs typeface="+mn-lt"/>
              </a:rPr>
              <a:t>Add/remove IPs to control network-based access. </a:t>
            </a:r>
            <a:endParaRPr lang="en-US"/>
          </a:p>
          <a:p>
            <a:r>
              <a:rPr lang="en-US" sz="1300">
                <a:solidFill>
                  <a:schemeClr val="tx2"/>
                </a:solidFill>
                <a:ea typeface="+mn-lt"/>
                <a:cs typeface="+mn-lt"/>
              </a:rPr>
              <a:t>Define </a:t>
            </a:r>
            <a:r>
              <a:rPr lang="en-US" sz="1300" b="1">
                <a:solidFill>
                  <a:schemeClr val="tx2"/>
                </a:solidFill>
                <a:ea typeface="+mn-lt"/>
                <a:cs typeface="+mn-lt"/>
              </a:rPr>
              <a:t>Group Types</a:t>
            </a:r>
            <a:r>
              <a:rPr lang="en-US" sz="1300">
                <a:solidFill>
                  <a:schemeClr val="tx2"/>
                </a:solidFill>
                <a:ea typeface="+mn-lt"/>
                <a:cs typeface="+mn-lt"/>
              </a:rPr>
              <a:t> to organize users and containers for better access control. </a:t>
            </a:r>
            <a:endParaRPr lang="en-US"/>
          </a:p>
          <a:p>
            <a:r>
              <a:rPr lang="en-US" sz="1300">
                <a:solidFill>
                  <a:schemeClr val="tx2"/>
                </a:solidFill>
                <a:ea typeface="+mn-lt"/>
                <a:cs typeface="+mn-lt"/>
              </a:rPr>
              <a:t>Enable </a:t>
            </a:r>
            <a:r>
              <a:rPr lang="en-US" sz="1300" b="1">
                <a:solidFill>
                  <a:schemeClr val="tx2"/>
                </a:solidFill>
                <a:ea typeface="+mn-lt"/>
                <a:cs typeface="+mn-lt"/>
              </a:rPr>
              <a:t>file/container sharing</a:t>
            </a:r>
            <a:r>
              <a:rPr lang="en-US" sz="1300">
                <a:solidFill>
                  <a:schemeClr val="tx2"/>
                </a:solidFill>
                <a:ea typeface="+mn-lt"/>
                <a:cs typeface="+mn-lt"/>
              </a:rPr>
              <a:t> within groups or specific users. </a:t>
            </a:r>
            <a:endParaRPr lang="en-US"/>
          </a:p>
          <a:p>
            <a:r>
              <a:rPr lang="en-US" sz="1300">
                <a:solidFill>
                  <a:schemeClr val="tx2"/>
                </a:solidFill>
                <a:ea typeface="+mn-lt"/>
                <a:cs typeface="+mn-lt"/>
              </a:rPr>
              <a:t>Ensure secure collaboration through permission-based and controlled sharing access</a:t>
            </a:r>
            <a:endParaRPr lang="en-US"/>
          </a:p>
          <a:p>
            <a:endParaRPr lang="en-US" sz="1300">
              <a:solidFill>
                <a:schemeClr val="tx2"/>
              </a:solidFill>
              <a:ea typeface="Calibri"/>
              <a:cs typeface="Calibri"/>
            </a:endParaRPr>
          </a:p>
          <a:p>
            <a:endParaRPr lang="en-IN" sz="130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0071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4D05F9-9F57-A93A-AF3B-CD988B42545A}"/>
              </a:ext>
            </a:extLst>
          </p:cNvPr>
          <p:cNvSpPr>
            <a:spLocks noGrp="1"/>
          </p:cNvSpPr>
          <p:nvPr>
            <p:ph type="title"/>
          </p:nvPr>
        </p:nvSpPr>
        <p:spPr>
          <a:xfrm>
            <a:off x="312489" y="629450"/>
            <a:ext cx="3738303" cy="5594521"/>
          </a:xfrm>
        </p:spPr>
        <p:txBody>
          <a:bodyPr anchor="ctr">
            <a:normAutofit/>
          </a:bodyPr>
          <a:lstStyle/>
          <a:p>
            <a:r>
              <a:rPr lang="en-US" sz="2200" b="1"/>
              <a:t>Manage User IP </a:t>
            </a:r>
            <a:br>
              <a:rPr lang="en-US" sz="2200" b="1"/>
            </a:br>
            <a:endParaRPr lang="en-US" sz="2200" b="1">
              <a:ea typeface="Calibri Light"/>
              <a:cs typeface="Calibri Light"/>
            </a:endParaRPr>
          </a:p>
          <a:p>
            <a:pPr marL="285750" indent="-285750">
              <a:buFont typeface="Arial"/>
              <a:buChar char="•"/>
            </a:pPr>
            <a:r>
              <a:rPr lang="en-US" sz="1800">
                <a:ea typeface="+mj-lt"/>
                <a:cs typeface="+mj-lt"/>
              </a:rPr>
              <a:t>View list of users along with their registered email and IP addresses. </a:t>
            </a:r>
            <a:endParaRPr lang="en-US" sz="1800">
              <a:ea typeface="Calibri Light"/>
              <a:cs typeface="Calibri Light"/>
            </a:endParaRPr>
          </a:p>
          <a:p>
            <a:pPr marL="285750" indent="-285750">
              <a:buFont typeface="Arial"/>
              <a:buChar char="•"/>
            </a:pPr>
            <a:r>
              <a:rPr lang="en-US" sz="1800">
                <a:ea typeface="+mj-lt"/>
                <a:cs typeface="+mj-lt"/>
              </a:rPr>
              <a:t>Monitor and control IP access for each user. </a:t>
            </a:r>
            <a:endParaRPr lang="en-US" sz="1800">
              <a:ea typeface="Calibri Light"/>
              <a:cs typeface="Calibri Light"/>
            </a:endParaRPr>
          </a:p>
          <a:p>
            <a:pPr marL="285750" indent="-285750">
              <a:buFont typeface="Arial"/>
              <a:buChar char="•"/>
            </a:pPr>
            <a:r>
              <a:rPr lang="en-US" sz="1800">
                <a:ea typeface="+mj-lt"/>
                <a:cs typeface="+mj-lt"/>
              </a:rPr>
              <a:t>Add new IP addresses to allow user access from specific networks. </a:t>
            </a:r>
            <a:endParaRPr lang="en-US" sz="1800">
              <a:ea typeface="Calibri Light"/>
              <a:cs typeface="Calibri Light"/>
            </a:endParaRPr>
          </a:p>
          <a:p>
            <a:pPr marL="285750" indent="-285750">
              <a:buFont typeface="Arial"/>
              <a:buChar char="•"/>
            </a:pPr>
            <a:r>
              <a:rPr lang="en-US" sz="1800">
                <a:ea typeface="+mj-lt"/>
                <a:cs typeface="+mj-lt"/>
              </a:rPr>
              <a:t>Delete existing IPs to restrict or revoke access. </a:t>
            </a:r>
            <a:endParaRPr lang="en-US" sz="1800">
              <a:ea typeface="Calibri Light"/>
              <a:cs typeface="Calibri Light"/>
            </a:endParaRPr>
          </a:p>
          <a:p>
            <a:pPr marL="285750" indent="-285750">
              <a:buFont typeface="Arial"/>
              <a:buChar char="•"/>
            </a:pPr>
            <a:r>
              <a:rPr lang="en-US" sz="1800">
                <a:ea typeface="+mj-lt"/>
                <a:cs typeface="+mj-lt"/>
              </a:rPr>
              <a:t>Enable secure access control through IP-based validation. </a:t>
            </a:r>
            <a:endParaRPr lang="en-US" sz="1800">
              <a:ea typeface="Calibri Light"/>
              <a:cs typeface="Calibri Light"/>
            </a:endParaRPr>
          </a:p>
          <a:p>
            <a:pPr marL="285750" indent="-285750">
              <a:buFont typeface="Arial"/>
              <a:buChar char="•"/>
            </a:pPr>
            <a:r>
              <a:rPr lang="en-US" sz="1800">
                <a:ea typeface="+mj-lt"/>
                <a:cs typeface="+mj-lt"/>
              </a:rPr>
              <a:t>Support user-level network management and security governance.</a:t>
            </a:r>
            <a:endParaRPr lang="en-US" sz="1800">
              <a:ea typeface="Calibri Light"/>
              <a:cs typeface="Calibri Light"/>
            </a:endParaRPr>
          </a:p>
          <a:p>
            <a:endParaRPr lang="en-US" sz="2200">
              <a:ea typeface="Calibri Light"/>
              <a:cs typeface="Calibri Light"/>
            </a:endParaRPr>
          </a:p>
        </p:txBody>
      </p:sp>
      <p:sp>
        <p:nvSpPr>
          <p:cNvPr id="13"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92EDDF16-AE7F-E58D-3C77-0324727EF429}"/>
              </a:ext>
            </a:extLst>
          </p:cNvPr>
          <p:cNvPicPr>
            <a:picLocks noChangeAspect="1"/>
          </p:cNvPicPr>
          <p:nvPr/>
        </p:nvPicPr>
        <p:blipFill>
          <a:blip r:embed="rId2"/>
          <a:stretch>
            <a:fillRect/>
          </a:stretch>
        </p:blipFill>
        <p:spPr>
          <a:xfrm>
            <a:off x="4654296" y="1546142"/>
            <a:ext cx="6894576" cy="3777815"/>
          </a:xfrm>
          <a:prstGeom prst="rect">
            <a:avLst/>
          </a:prstGeom>
        </p:spPr>
      </p:pic>
      <p:sp>
        <p:nvSpPr>
          <p:cNvPr id="8" name="Content Placeholder 7">
            <a:extLst>
              <a:ext uri="{FF2B5EF4-FFF2-40B4-BE49-F238E27FC236}">
                <a16:creationId xmlns:a16="http://schemas.microsoft.com/office/drawing/2014/main" id="{AFE847B0-9D0F-7F9E-9912-5C41D76FF5A4}"/>
              </a:ext>
            </a:extLst>
          </p:cNvPr>
          <p:cNvSpPr>
            <a:spLocks noGrp="1"/>
          </p:cNvSpPr>
          <p:nvPr>
            <p:ph idx="1"/>
          </p:nvPr>
        </p:nvSpPr>
        <p:spPr>
          <a:xfrm>
            <a:off x="4654296" y="7334786"/>
            <a:ext cx="6894576" cy="1428487"/>
          </a:xfrm>
        </p:spPr>
        <p:txBody>
          <a:bodyPr anchor="t">
            <a:normAutofit/>
          </a:bodyPr>
          <a:lstStyle/>
          <a:p>
            <a:endParaRPr lang="en-US" sz="2200"/>
          </a:p>
        </p:txBody>
      </p:sp>
    </p:spTree>
    <p:extLst>
      <p:ext uri="{BB962C8B-B14F-4D97-AF65-F5344CB8AC3E}">
        <p14:creationId xmlns:p14="http://schemas.microsoft.com/office/powerpoint/2010/main" val="4037251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2DDB3B-3E21-AF23-C227-D2DD822E65BE}"/>
              </a:ext>
            </a:extLst>
          </p:cNvPr>
          <p:cNvSpPr>
            <a:spLocks noGrp="1"/>
          </p:cNvSpPr>
          <p:nvPr>
            <p:ph type="title"/>
          </p:nvPr>
        </p:nvSpPr>
        <p:spPr>
          <a:xfrm>
            <a:off x="6094105" y="802955"/>
            <a:ext cx="4977976" cy="1454051"/>
          </a:xfrm>
        </p:spPr>
        <p:txBody>
          <a:bodyPr>
            <a:normAutofit/>
          </a:bodyPr>
          <a:lstStyle/>
          <a:p>
            <a:r>
              <a:rPr lang="en-US" sz="3600" b="1">
                <a:solidFill>
                  <a:schemeClr val="tx2"/>
                </a:solidFill>
              </a:rPr>
              <a:t>Assign Groups &amp; Permissions</a:t>
            </a:r>
          </a:p>
        </p:txBody>
      </p:sp>
      <p:pic>
        <p:nvPicPr>
          <p:cNvPr id="7" name="Graphic 6" descr="Users">
            <a:extLst>
              <a:ext uri="{FF2B5EF4-FFF2-40B4-BE49-F238E27FC236}">
                <a16:creationId xmlns:a16="http://schemas.microsoft.com/office/drawing/2014/main" id="{9784BDCA-42D2-4FF2-DF83-79F8522E838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404A5044-8064-213E-0CCD-04D31871A281}"/>
              </a:ext>
            </a:extLst>
          </p:cNvPr>
          <p:cNvSpPr>
            <a:spLocks noGrp="1"/>
          </p:cNvSpPr>
          <p:nvPr>
            <p:ph idx="1"/>
          </p:nvPr>
        </p:nvSpPr>
        <p:spPr>
          <a:xfrm>
            <a:off x="6090574" y="2421682"/>
            <a:ext cx="4977578" cy="3639289"/>
          </a:xfrm>
        </p:spPr>
        <p:txBody>
          <a:bodyPr anchor="ctr">
            <a:normAutofit/>
          </a:bodyPr>
          <a:lstStyle/>
          <a:p>
            <a:pPr marL="0" indent="0">
              <a:buNone/>
            </a:pPr>
            <a:r>
              <a:rPr lang="en-US" sz="1800" b="1">
                <a:solidFill>
                  <a:schemeClr val="tx2"/>
                </a:solidFill>
              </a:rPr>
              <a:t> </a:t>
            </a:r>
            <a:r>
              <a:rPr lang="en-US" sz="1800" b="1" u="sng">
                <a:solidFill>
                  <a:schemeClr val="tx2"/>
                </a:solidFill>
              </a:rPr>
              <a:t>Group Type</a:t>
            </a:r>
          </a:p>
          <a:p>
            <a:r>
              <a:rPr lang="en-US" sz="1800">
                <a:solidFill>
                  <a:schemeClr val="tx2"/>
                </a:solidFill>
              </a:rPr>
              <a:t>Users can be assigned to functional groups such as:</a:t>
            </a:r>
          </a:p>
          <a:p>
            <a:r>
              <a:rPr lang="en-US" sz="1800">
                <a:solidFill>
                  <a:schemeClr val="tx2"/>
                </a:solidFill>
              </a:rPr>
              <a:t>Finance</a:t>
            </a:r>
          </a:p>
          <a:p>
            <a:r>
              <a:rPr lang="en-US" sz="1800">
                <a:solidFill>
                  <a:schemeClr val="tx2"/>
                </a:solidFill>
              </a:rPr>
              <a:t>Marketing</a:t>
            </a:r>
          </a:p>
          <a:p>
            <a:r>
              <a:rPr lang="en-US" sz="1800">
                <a:solidFill>
                  <a:schemeClr val="tx2"/>
                </a:solidFill>
              </a:rPr>
              <a:t>Admin</a:t>
            </a:r>
          </a:p>
          <a:p>
            <a:pPr marL="0" indent="0">
              <a:buNone/>
            </a:pPr>
            <a:r>
              <a:rPr lang="en-US" sz="1800">
                <a:solidFill>
                  <a:schemeClr val="tx2"/>
                </a:solidFill>
              </a:rPr>
              <a:t>Group assignment helps organize access based on department or role.</a:t>
            </a:r>
          </a:p>
          <a:p>
            <a:endParaRPr lang="en-IN" sz="180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46609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398C55-B388-D6B4-9630-7A835EC5C60E}"/>
              </a:ext>
            </a:extLst>
          </p:cNvPr>
          <p:cNvSpPr>
            <a:spLocks noGrp="1"/>
          </p:cNvSpPr>
          <p:nvPr>
            <p:ph type="title"/>
          </p:nvPr>
        </p:nvSpPr>
        <p:spPr>
          <a:xfrm>
            <a:off x="838200" y="365125"/>
            <a:ext cx="10515600" cy="1325563"/>
          </a:xfrm>
        </p:spPr>
        <p:txBody>
          <a:bodyPr>
            <a:normAutofit/>
          </a:bodyPr>
          <a:lstStyle/>
          <a:p>
            <a:r>
              <a:rPr lang="en-IN" sz="5400" b="1"/>
              <a:t>Access Types (Permission Control)</a:t>
            </a:r>
            <a:endParaRPr lang="en-IN" sz="5400" b="1">
              <a:ea typeface="Calibri Light"/>
              <a:cs typeface="Calibri Light"/>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E7C4BAB-9841-0709-CBB8-3325D8E6DC82}"/>
              </a:ext>
            </a:extLst>
          </p:cNvPr>
          <p:cNvSpPr>
            <a:spLocks noGrp="1"/>
          </p:cNvSpPr>
          <p:nvPr>
            <p:ph idx="1"/>
          </p:nvPr>
        </p:nvSpPr>
        <p:spPr>
          <a:xfrm>
            <a:off x="838200" y="1929384"/>
            <a:ext cx="10515600" cy="4251960"/>
          </a:xfrm>
        </p:spPr>
        <p:txBody>
          <a:bodyPr>
            <a:normAutofit/>
          </a:bodyPr>
          <a:lstStyle/>
          <a:p>
            <a:pPr marL="0" indent="0">
              <a:buNone/>
            </a:pPr>
            <a:r>
              <a:rPr lang="en-US" sz="1500" b="1" u="sng"/>
              <a:t>Administrators can grant the following permissions:</a:t>
            </a:r>
          </a:p>
          <a:p>
            <a:r>
              <a:rPr lang="en-US" sz="1500"/>
              <a:t> View</a:t>
            </a:r>
          </a:p>
          <a:p>
            <a:r>
              <a:rPr lang="en-US" sz="1500"/>
              <a:t>Download</a:t>
            </a:r>
          </a:p>
          <a:p>
            <a:r>
              <a:rPr lang="en-US" sz="1500"/>
              <a:t>Share</a:t>
            </a:r>
          </a:p>
          <a:p>
            <a:r>
              <a:rPr lang="en-US" sz="1500"/>
              <a:t> Delete</a:t>
            </a:r>
          </a:p>
          <a:p>
            <a:pPr marL="0" indent="0">
              <a:buNone/>
            </a:pPr>
            <a:r>
              <a:rPr lang="en-US" sz="1500"/>
              <a:t>Permissions determine what actions a user can perform on files within assigned containers.</a:t>
            </a:r>
          </a:p>
          <a:p>
            <a:pPr marL="0" indent="0">
              <a:buNone/>
            </a:pPr>
            <a:endParaRPr lang="en-US" sz="1500" b="1"/>
          </a:p>
          <a:p>
            <a:pPr marL="0" indent="0">
              <a:buNone/>
            </a:pPr>
            <a:r>
              <a:rPr lang="en-US" sz="1500" b="1" u="sng"/>
              <a:t>Shared Options:</a:t>
            </a:r>
          </a:p>
          <a:p>
            <a:pPr marL="0" indent="0">
              <a:buNone/>
            </a:pPr>
            <a:r>
              <a:rPr lang="en-US" sz="1500"/>
              <a:t>Define how users can share content:</a:t>
            </a:r>
          </a:p>
          <a:p>
            <a:r>
              <a:rPr lang="en-US" sz="1500"/>
              <a:t>Shared by email</a:t>
            </a:r>
          </a:p>
          <a:p>
            <a:r>
              <a:rPr lang="en-US" sz="1500"/>
              <a:t>Shared to users</a:t>
            </a:r>
          </a:p>
          <a:p>
            <a:pPr marL="0" indent="0">
              <a:buNone/>
            </a:pPr>
            <a:r>
              <a:rPr lang="en-US" sz="1500"/>
              <a:t>This ensures controlled collaboration policies.</a:t>
            </a:r>
          </a:p>
          <a:p>
            <a:endParaRPr lang="en-IN" sz="1500"/>
          </a:p>
        </p:txBody>
      </p:sp>
    </p:spTree>
    <p:extLst>
      <p:ext uri="{BB962C8B-B14F-4D97-AF65-F5344CB8AC3E}">
        <p14:creationId xmlns:p14="http://schemas.microsoft.com/office/powerpoint/2010/main" val="621286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0772C-B8AA-3D51-79E2-60D08BE0C41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34968F5-A9FE-DBC7-08FF-8C12C2AB1D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645" y="147484"/>
            <a:ext cx="11838039" cy="6430297"/>
          </a:xfrm>
          <a:prstGeom prst="rect">
            <a:avLst/>
          </a:prstGeom>
        </p:spPr>
      </p:pic>
    </p:spTree>
    <p:extLst>
      <p:ext uri="{BB962C8B-B14F-4D97-AF65-F5344CB8AC3E}">
        <p14:creationId xmlns:p14="http://schemas.microsoft.com/office/powerpoint/2010/main" val="3038239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8433D9-5E88-0A50-6CFA-5C5B1E6EEEB7}"/>
              </a:ext>
            </a:extLst>
          </p:cNvPr>
          <p:cNvSpPr>
            <a:spLocks noGrp="1"/>
          </p:cNvSpPr>
          <p:nvPr>
            <p:ph type="title"/>
          </p:nvPr>
        </p:nvSpPr>
        <p:spPr>
          <a:xfrm>
            <a:off x="6094105" y="802955"/>
            <a:ext cx="4977976" cy="1454051"/>
          </a:xfrm>
        </p:spPr>
        <p:txBody>
          <a:bodyPr>
            <a:normAutofit/>
          </a:bodyPr>
          <a:lstStyle/>
          <a:p>
            <a:r>
              <a:rPr lang="en-IN" sz="3600" b="1">
                <a:solidFill>
                  <a:schemeClr val="tx2"/>
                </a:solidFill>
              </a:rPr>
              <a:t>Group Type Management</a:t>
            </a:r>
          </a:p>
        </p:txBody>
      </p:sp>
      <p:pic>
        <p:nvPicPr>
          <p:cNvPr id="8" name="Graphic 7" descr="Hierarchy">
            <a:extLst>
              <a:ext uri="{FF2B5EF4-FFF2-40B4-BE49-F238E27FC236}">
                <a16:creationId xmlns:a16="http://schemas.microsoft.com/office/drawing/2014/main" id="{F5EFC880-010D-2F9E-17EE-CA93390232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FF96227B-DB1C-53C5-1568-4E95EE875DD6}"/>
              </a:ext>
            </a:extLst>
          </p:cNvPr>
          <p:cNvSpPr>
            <a:spLocks noGrp="1"/>
          </p:cNvSpPr>
          <p:nvPr>
            <p:ph idx="1"/>
          </p:nvPr>
        </p:nvSpPr>
        <p:spPr>
          <a:xfrm>
            <a:off x="6090574" y="2421682"/>
            <a:ext cx="4977578" cy="3639289"/>
          </a:xfrm>
        </p:spPr>
        <p:txBody>
          <a:bodyPr anchor="ctr">
            <a:normAutofit/>
          </a:bodyPr>
          <a:lstStyle/>
          <a:p>
            <a:pPr marL="0" indent="0">
              <a:buNone/>
            </a:pPr>
            <a:r>
              <a:rPr lang="en-US" sz="1800" b="1" u="sng">
                <a:solidFill>
                  <a:schemeClr val="tx2"/>
                </a:solidFill>
              </a:rPr>
              <a:t>Purpose of Group Type Management</a:t>
            </a:r>
          </a:p>
          <a:p>
            <a:pPr marL="0" indent="0">
              <a:buNone/>
            </a:pPr>
            <a:r>
              <a:rPr lang="en-US" sz="1800">
                <a:solidFill>
                  <a:schemeClr val="tx2"/>
                </a:solidFill>
              </a:rPr>
              <a:t>The Group Type module allows administrators to:</a:t>
            </a:r>
          </a:p>
          <a:p>
            <a:r>
              <a:rPr lang="en-US" sz="1800">
                <a:solidFill>
                  <a:schemeClr val="tx2"/>
                </a:solidFill>
              </a:rPr>
              <a:t>Define organizational user groups</a:t>
            </a:r>
          </a:p>
          <a:p>
            <a:r>
              <a:rPr lang="en-US" sz="1800">
                <a:solidFill>
                  <a:schemeClr val="tx2"/>
                </a:solidFill>
              </a:rPr>
              <a:t>Structure access control based on department or role</a:t>
            </a:r>
          </a:p>
          <a:p>
            <a:r>
              <a:rPr lang="en-US" sz="1800">
                <a:solidFill>
                  <a:schemeClr val="tx2"/>
                </a:solidFill>
              </a:rPr>
              <a:t>Simplify permission assignment</a:t>
            </a:r>
          </a:p>
          <a:p>
            <a:r>
              <a:rPr lang="en-US" sz="1800">
                <a:solidFill>
                  <a:schemeClr val="tx2"/>
                </a:solidFill>
              </a:rPr>
              <a:t>Maintain standardized access governance</a:t>
            </a:r>
          </a:p>
          <a:p>
            <a:r>
              <a:rPr lang="en-US" sz="1800">
                <a:solidFill>
                  <a:schemeClr val="tx2"/>
                </a:solidFill>
              </a:rPr>
              <a:t>Groups help categorize users and streamline permission mapping.</a:t>
            </a:r>
          </a:p>
          <a:p>
            <a:endParaRPr lang="en-IN" sz="1800">
              <a:solidFill>
                <a:schemeClr val="tx2"/>
              </a:solidFill>
            </a:endParaRPr>
          </a:p>
        </p:txBody>
      </p:sp>
      <p:grpSp>
        <p:nvGrpSpPr>
          <p:cNvPr id="15" name="Group 14">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6" name="Freeform: Shape 15">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a16="http://schemas.microsoft.com/office/drawing/2014/main" id="{C013D4C3-8992-CAF4-8CE9-6598C5E57896}"/>
              </a:ext>
            </a:extLst>
          </p:cNvPr>
          <p:cNvSpPr/>
          <p:nvPr/>
        </p:nvSpPr>
        <p:spPr>
          <a:xfrm>
            <a:off x="6422431" y="5922963"/>
            <a:ext cx="4306529" cy="4879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spcAft>
                <a:spcPts val="600"/>
              </a:spcAft>
            </a:pPr>
            <a:r>
              <a:rPr lang="en-US" b="1"/>
              <a:t>Navigation Path</a:t>
            </a:r>
          </a:p>
          <a:p>
            <a:pPr>
              <a:spcAft>
                <a:spcPts val="600"/>
              </a:spcAft>
            </a:pPr>
            <a:r>
              <a:rPr lang="en-US"/>
              <a:t>Admin Console → Group Type</a:t>
            </a:r>
          </a:p>
          <a:p>
            <a:pPr algn="ctr">
              <a:spcAft>
                <a:spcPts val="600"/>
              </a:spcAft>
            </a:pPr>
            <a:endParaRPr lang="en-IN"/>
          </a:p>
        </p:txBody>
      </p:sp>
    </p:spTree>
    <p:extLst>
      <p:ext uri="{BB962C8B-B14F-4D97-AF65-F5344CB8AC3E}">
        <p14:creationId xmlns:p14="http://schemas.microsoft.com/office/powerpoint/2010/main" val="3691810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A50BD9A-012C-A3EE-24CD-8BB51A9E8AF7}"/>
              </a:ext>
            </a:extLst>
          </p:cNvPr>
          <p:cNvSpPr>
            <a:spLocks noGrp="1"/>
          </p:cNvSpPr>
          <p:nvPr>
            <p:ph type="title"/>
          </p:nvPr>
        </p:nvSpPr>
        <p:spPr>
          <a:xfrm>
            <a:off x="640080" y="1243013"/>
            <a:ext cx="3855720" cy="4371974"/>
          </a:xfrm>
        </p:spPr>
        <p:txBody>
          <a:bodyPr>
            <a:normAutofit/>
          </a:bodyPr>
          <a:lstStyle/>
          <a:p>
            <a:r>
              <a:rPr lang="en-IN" sz="3600" b="1">
                <a:solidFill>
                  <a:schemeClr val="tx2"/>
                </a:solidFill>
              </a:rPr>
              <a:t>Description</a:t>
            </a:r>
          </a:p>
        </p:txBody>
      </p:sp>
      <p:sp>
        <p:nvSpPr>
          <p:cNvPr id="3" name="Content Placeholder 2">
            <a:extLst>
              <a:ext uri="{FF2B5EF4-FFF2-40B4-BE49-F238E27FC236}">
                <a16:creationId xmlns:a16="http://schemas.microsoft.com/office/drawing/2014/main" id="{FDCBBAD4-FB34-E5AA-D225-5EF50976D873}"/>
              </a:ext>
            </a:extLst>
          </p:cNvPr>
          <p:cNvSpPr>
            <a:spLocks noGrp="1"/>
          </p:cNvSpPr>
          <p:nvPr>
            <p:ph idx="1"/>
          </p:nvPr>
        </p:nvSpPr>
        <p:spPr>
          <a:xfrm>
            <a:off x="6172200" y="804672"/>
            <a:ext cx="5221224" cy="5230368"/>
          </a:xfrm>
        </p:spPr>
        <p:txBody>
          <a:bodyPr anchor="ctr">
            <a:normAutofit/>
          </a:bodyPr>
          <a:lstStyle/>
          <a:p>
            <a:pPr marL="0" indent="0">
              <a:buNone/>
            </a:pPr>
            <a:r>
              <a:rPr lang="en-US" sz="1800" b="1">
                <a:solidFill>
                  <a:schemeClr val="tx2"/>
                </a:solidFill>
              </a:rPr>
              <a:t>Displays a list of all configured group types within the system.</a:t>
            </a:r>
          </a:p>
          <a:p>
            <a:pPr marL="0" indent="0">
              <a:buNone/>
            </a:pPr>
            <a:endParaRPr lang="en-US" sz="1800" b="1" u="sng">
              <a:solidFill>
                <a:schemeClr val="tx2"/>
              </a:solidFill>
            </a:endParaRPr>
          </a:p>
          <a:p>
            <a:pPr marL="0" indent="0">
              <a:buNone/>
            </a:pPr>
            <a:r>
              <a:rPr lang="en-US" sz="1800" b="1">
                <a:solidFill>
                  <a:schemeClr val="tx2"/>
                </a:solidFill>
              </a:rPr>
              <a:t> Information Available:</a:t>
            </a:r>
          </a:p>
          <a:p>
            <a:r>
              <a:rPr lang="en-US" sz="1800">
                <a:solidFill>
                  <a:schemeClr val="tx2"/>
                </a:solidFill>
              </a:rPr>
              <a:t>Group Name</a:t>
            </a:r>
          </a:p>
          <a:p>
            <a:r>
              <a:rPr lang="en-US" sz="1800">
                <a:solidFill>
                  <a:schemeClr val="tx2"/>
                </a:solidFill>
              </a:rPr>
              <a:t>Serial Number</a:t>
            </a:r>
          </a:p>
          <a:p>
            <a:r>
              <a:rPr lang="en-US" sz="1800">
                <a:solidFill>
                  <a:schemeClr val="tx2"/>
                </a:solidFill>
              </a:rPr>
              <a:t>Delete Option</a:t>
            </a:r>
          </a:p>
          <a:p>
            <a:pPr marL="0" indent="0">
              <a:buNone/>
            </a:pPr>
            <a:endParaRPr lang="en-US" sz="1800">
              <a:solidFill>
                <a:schemeClr val="tx2"/>
              </a:solidFill>
            </a:endParaRPr>
          </a:p>
          <a:p>
            <a:pPr marL="0" indent="0">
              <a:buNone/>
            </a:pPr>
            <a:r>
              <a:rPr lang="en-US" sz="1800" b="1">
                <a:solidFill>
                  <a:schemeClr val="tx2"/>
                </a:solidFill>
              </a:rPr>
              <a:t> Example Groups:</a:t>
            </a:r>
          </a:p>
          <a:p>
            <a:r>
              <a:rPr lang="en-US" sz="1800">
                <a:solidFill>
                  <a:schemeClr val="tx2"/>
                </a:solidFill>
              </a:rPr>
              <a:t>Admin</a:t>
            </a:r>
          </a:p>
          <a:p>
            <a:r>
              <a:rPr lang="en-US" sz="1800">
                <a:solidFill>
                  <a:schemeClr val="tx2"/>
                </a:solidFill>
              </a:rPr>
              <a:t>Demo</a:t>
            </a:r>
          </a:p>
          <a:p>
            <a:r>
              <a:rPr lang="en-US" sz="1800">
                <a:solidFill>
                  <a:schemeClr val="tx2"/>
                </a:solidFill>
              </a:rPr>
              <a:t>Finance</a:t>
            </a:r>
          </a:p>
          <a:p>
            <a:r>
              <a:rPr lang="en-US" sz="1800">
                <a:solidFill>
                  <a:schemeClr val="tx2"/>
                </a:solidFill>
              </a:rPr>
              <a:t>Marketing</a:t>
            </a:r>
          </a:p>
          <a:p>
            <a:endParaRPr lang="en-IN" sz="1800">
              <a:solidFill>
                <a:schemeClr val="tx2"/>
              </a:solidFill>
            </a:endParaRPr>
          </a:p>
        </p:txBody>
      </p:sp>
    </p:spTree>
    <p:extLst>
      <p:ext uri="{BB962C8B-B14F-4D97-AF65-F5344CB8AC3E}">
        <p14:creationId xmlns:p14="http://schemas.microsoft.com/office/powerpoint/2010/main" val="338443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74399FC-3EE2-EB40-6D19-0D5055B5B5D2}"/>
              </a:ext>
            </a:extLst>
          </p:cNvPr>
          <p:cNvSpPr>
            <a:spLocks noGrp="1"/>
          </p:cNvSpPr>
          <p:nvPr>
            <p:ph type="title"/>
          </p:nvPr>
        </p:nvSpPr>
        <p:spPr>
          <a:xfrm>
            <a:off x="640080" y="1243013"/>
            <a:ext cx="3855720" cy="4371974"/>
          </a:xfrm>
        </p:spPr>
        <p:txBody>
          <a:bodyPr>
            <a:normAutofit/>
          </a:bodyPr>
          <a:lstStyle/>
          <a:p>
            <a:r>
              <a:rPr lang="en-IN" sz="3600" b="1">
                <a:solidFill>
                  <a:schemeClr val="tx2"/>
                </a:solidFill>
              </a:rPr>
              <a:t>Add New Group Type</a:t>
            </a:r>
          </a:p>
        </p:txBody>
      </p:sp>
      <p:sp>
        <p:nvSpPr>
          <p:cNvPr id="3" name="Content Placeholder 2">
            <a:extLst>
              <a:ext uri="{FF2B5EF4-FFF2-40B4-BE49-F238E27FC236}">
                <a16:creationId xmlns:a16="http://schemas.microsoft.com/office/drawing/2014/main" id="{BEF37BB8-511F-EBC7-5ACB-6A92DBE78700}"/>
              </a:ext>
            </a:extLst>
          </p:cNvPr>
          <p:cNvSpPr>
            <a:spLocks noGrp="1"/>
          </p:cNvSpPr>
          <p:nvPr>
            <p:ph idx="1"/>
          </p:nvPr>
        </p:nvSpPr>
        <p:spPr>
          <a:xfrm>
            <a:off x="6172200" y="804672"/>
            <a:ext cx="5221224" cy="5230368"/>
          </a:xfrm>
        </p:spPr>
        <p:txBody>
          <a:bodyPr anchor="ctr">
            <a:normAutofit/>
          </a:bodyPr>
          <a:lstStyle/>
          <a:p>
            <a:pPr marL="0" indent="0">
              <a:buNone/>
            </a:pPr>
            <a:r>
              <a:rPr lang="en-US" sz="1800" b="1">
                <a:solidFill>
                  <a:schemeClr val="tx2"/>
                </a:solidFill>
              </a:rPr>
              <a:t>Steps:</a:t>
            </a:r>
          </a:p>
          <a:p>
            <a:r>
              <a:rPr lang="en-US" sz="1800">
                <a:solidFill>
                  <a:schemeClr val="tx2"/>
                </a:solidFill>
              </a:rPr>
              <a:t>Click the </a:t>
            </a:r>
            <a:r>
              <a:rPr lang="en-US" sz="1800" b="1">
                <a:solidFill>
                  <a:schemeClr val="tx2"/>
                </a:solidFill>
              </a:rPr>
              <a:t>Add Group Type</a:t>
            </a:r>
            <a:r>
              <a:rPr lang="en-US" sz="1800">
                <a:solidFill>
                  <a:schemeClr val="tx2"/>
                </a:solidFill>
              </a:rPr>
              <a:t> button.</a:t>
            </a:r>
          </a:p>
          <a:p>
            <a:r>
              <a:rPr lang="en-US" sz="1800">
                <a:solidFill>
                  <a:schemeClr val="tx2"/>
                </a:solidFill>
              </a:rPr>
              <a:t>Enter the new </a:t>
            </a:r>
            <a:r>
              <a:rPr lang="en-US" sz="1800" b="1">
                <a:solidFill>
                  <a:schemeClr val="tx2"/>
                </a:solidFill>
              </a:rPr>
              <a:t>Group Name</a:t>
            </a:r>
            <a:r>
              <a:rPr lang="en-US" sz="1800">
                <a:solidFill>
                  <a:schemeClr val="tx2"/>
                </a:solidFill>
              </a:rPr>
              <a:t>.</a:t>
            </a:r>
          </a:p>
          <a:p>
            <a:r>
              <a:rPr lang="en-US" sz="1800">
                <a:solidFill>
                  <a:schemeClr val="tx2"/>
                </a:solidFill>
              </a:rPr>
              <a:t>Save the configuration.</a:t>
            </a:r>
          </a:p>
          <a:p>
            <a:r>
              <a:rPr lang="en-US" sz="1800">
                <a:solidFill>
                  <a:schemeClr val="tx2"/>
                </a:solidFill>
              </a:rPr>
              <a:t>The group will now appear in:</a:t>
            </a:r>
          </a:p>
          <a:p>
            <a:pPr lvl="1"/>
            <a:r>
              <a:rPr lang="en-US" sz="1800">
                <a:solidFill>
                  <a:schemeClr val="tx2"/>
                </a:solidFill>
              </a:rPr>
              <a:t>User Management (Group dropdown)</a:t>
            </a:r>
          </a:p>
          <a:p>
            <a:pPr lvl="1"/>
            <a:r>
              <a:rPr lang="en-US" sz="1800">
                <a:solidFill>
                  <a:schemeClr val="tx2"/>
                </a:solidFill>
              </a:rPr>
              <a:t>Access mapping configurations</a:t>
            </a:r>
          </a:p>
          <a:p>
            <a:pPr marL="457200" lvl="1" indent="0">
              <a:buNone/>
            </a:pPr>
            <a:endParaRPr lang="en-US" sz="1800">
              <a:solidFill>
                <a:schemeClr val="tx2"/>
              </a:solidFill>
            </a:endParaRPr>
          </a:p>
          <a:p>
            <a:pPr marL="0" indent="0">
              <a:buNone/>
            </a:pPr>
            <a:r>
              <a:rPr lang="en-US" sz="1800" b="1">
                <a:solidFill>
                  <a:schemeClr val="tx2"/>
                </a:solidFill>
              </a:rPr>
              <a:t>Use Case:</a:t>
            </a:r>
            <a:endParaRPr lang="en-US" sz="1800" b="1">
              <a:solidFill>
                <a:schemeClr val="tx2"/>
              </a:solidFill>
              <a:ea typeface="Calibri"/>
              <a:cs typeface="Calibri"/>
            </a:endParaRPr>
          </a:p>
          <a:p>
            <a:r>
              <a:rPr lang="en-US" sz="1800">
                <a:solidFill>
                  <a:schemeClr val="tx2"/>
                </a:solidFill>
              </a:rPr>
              <a:t>Create new groups when:</a:t>
            </a:r>
          </a:p>
          <a:p>
            <a:r>
              <a:rPr lang="en-US" sz="1800">
                <a:solidFill>
                  <a:schemeClr val="tx2"/>
                </a:solidFill>
              </a:rPr>
              <a:t>A new department is onboarded</a:t>
            </a:r>
          </a:p>
          <a:p>
            <a:r>
              <a:rPr lang="en-US" sz="1800">
                <a:solidFill>
                  <a:schemeClr val="tx2"/>
                </a:solidFill>
              </a:rPr>
              <a:t>A new business function is introduced</a:t>
            </a:r>
          </a:p>
          <a:p>
            <a:r>
              <a:rPr lang="en-US" sz="1800">
                <a:solidFill>
                  <a:schemeClr val="tx2"/>
                </a:solidFill>
              </a:rPr>
              <a:t>Segregated access control is required</a:t>
            </a:r>
            <a:endParaRPr lang="en-US" sz="1800">
              <a:solidFill>
                <a:schemeClr val="tx2"/>
              </a:solidFill>
              <a:ea typeface="Calibri"/>
              <a:cs typeface="Calibri"/>
            </a:endParaRPr>
          </a:p>
          <a:p>
            <a:pPr marL="0" indent="0">
              <a:buNone/>
            </a:pPr>
            <a:endParaRPr lang="en-IN" sz="1800">
              <a:solidFill>
                <a:schemeClr val="tx2"/>
              </a:solidFill>
            </a:endParaRPr>
          </a:p>
        </p:txBody>
      </p:sp>
    </p:spTree>
    <p:extLst>
      <p:ext uri="{BB962C8B-B14F-4D97-AF65-F5344CB8AC3E}">
        <p14:creationId xmlns:p14="http://schemas.microsoft.com/office/powerpoint/2010/main" val="1063256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00026-D9BC-14EF-9BE9-F586F3E2BC5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E4FD92C-3909-1FD5-A571-C0AE399541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316" y="216310"/>
            <a:ext cx="11788878" cy="6518787"/>
          </a:xfrm>
          <a:prstGeom prst="rect">
            <a:avLst/>
          </a:prstGeom>
        </p:spPr>
      </p:pic>
    </p:spTree>
    <p:extLst>
      <p:ext uri="{BB962C8B-B14F-4D97-AF65-F5344CB8AC3E}">
        <p14:creationId xmlns:p14="http://schemas.microsoft.com/office/powerpoint/2010/main" val="158436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8B8BF10-9BB7-543F-9D7E-27A8893A8AD1}"/>
              </a:ext>
            </a:extLst>
          </p:cNvPr>
          <p:cNvSpPr>
            <a:spLocks noGrp="1"/>
          </p:cNvSpPr>
          <p:nvPr>
            <p:ph type="title"/>
          </p:nvPr>
        </p:nvSpPr>
        <p:spPr>
          <a:xfrm>
            <a:off x="640080" y="1243013"/>
            <a:ext cx="3855720" cy="4371974"/>
          </a:xfrm>
        </p:spPr>
        <p:txBody>
          <a:bodyPr>
            <a:normAutofit/>
          </a:bodyPr>
          <a:lstStyle/>
          <a:p>
            <a:r>
              <a:rPr lang="en-IN" sz="3600" b="1">
                <a:solidFill>
                  <a:schemeClr val="tx2"/>
                </a:solidFill>
              </a:rPr>
              <a:t>Audit &amp; Monitoring</a:t>
            </a:r>
            <a:endParaRPr lang="en-IN" sz="3600" b="1">
              <a:solidFill>
                <a:schemeClr val="tx2"/>
              </a:solidFill>
              <a:ea typeface="Calibri Light"/>
              <a:cs typeface="Calibri Light"/>
            </a:endParaRPr>
          </a:p>
        </p:txBody>
      </p:sp>
      <p:sp>
        <p:nvSpPr>
          <p:cNvPr id="3" name="Content Placeholder 2">
            <a:extLst>
              <a:ext uri="{FF2B5EF4-FFF2-40B4-BE49-F238E27FC236}">
                <a16:creationId xmlns:a16="http://schemas.microsoft.com/office/drawing/2014/main" id="{B826068F-B2DC-DA63-CA93-1E18065A1BB8}"/>
              </a:ext>
            </a:extLst>
          </p:cNvPr>
          <p:cNvSpPr>
            <a:spLocks noGrp="1"/>
          </p:cNvSpPr>
          <p:nvPr>
            <p:ph idx="1"/>
          </p:nvPr>
        </p:nvSpPr>
        <p:spPr>
          <a:xfrm>
            <a:off x="6172200" y="804672"/>
            <a:ext cx="5221224" cy="5230368"/>
          </a:xfrm>
        </p:spPr>
        <p:txBody>
          <a:bodyPr anchor="ctr">
            <a:normAutofit/>
          </a:bodyPr>
          <a:lstStyle/>
          <a:p>
            <a:pPr marL="0" indent="0">
              <a:buNone/>
            </a:pPr>
            <a:r>
              <a:rPr lang="en-US" sz="1800" b="1">
                <a:solidFill>
                  <a:schemeClr val="tx2"/>
                </a:solidFill>
              </a:rPr>
              <a:t>Purpose of Audit &amp; Monitoring</a:t>
            </a:r>
          </a:p>
          <a:p>
            <a:r>
              <a:rPr lang="en-US" sz="1800">
                <a:solidFill>
                  <a:schemeClr val="tx2"/>
                </a:solidFill>
              </a:rPr>
              <a:t>The Audit &amp; Monitoring module enables administrators to:</a:t>
            </a:r>
          </a:p>
          <a:p>
            <a:r>
              <a:rPr lang="en-US" sz="1800">
                <a:solidFill>
                  <a:schemeClr val="tx2"/>
                </a:solidFill>
              </a:rPr>
              <a:t>Track all system and user activities</a:t>
            </a:r>
          </a:p>
          <a:p>
            <a:r>
              <a:rPr lang="en-US" sz="1800">
                <a:solidFill>
                  <a:schemeClr val="tx2"/>
                </a:solidFill>
              </a:rPr>
              <a:t>Monitor login sessions and authentication details</a:t>
            </a:r>
          </a:p>
          <a:p>
            <a:r>
              <a:rPr lang="en-US" sz="1800">
                <a:solidFill>
                  <a:schemeClr val="tx2"/>
                </a:solidFill>
              </a:rPr>
              <a:t>Review detailed file-level operations</a:t>
            </a:r>
          </a:p>
          <a:p>
            <a:r>
              <a:rPr lang="en-US" sz="1800">
                <a:solidFill>
                  <a:schemeClr val="tx2"/>
                </a:solidFill>
              </a:rPr>
              <a:t>Support compliance and security audits</a:t>
            </a:r>
          </a:p>
          <a:p>
            <a:r>
              <a:rPr lang="en-US" sz="1800">
                <a:solidFill>
                  <a:schemeClr val="tx2"/>
                </a:solidFill>
              </a:rPr>
              <a:t>Export logs for regulatory reporting</a:t>
            </a:r>
          </a:p>
          <a:p>
            <a:pPr marL="0" indent="0">
              <a:buNone/>
            </a:pPr>
            <a:endParaRPr lang="en-US" sz="1800">
              <a:solidFill>
                <a:schemeClr val="tx2"/>
              </a:solidFill>
            </a:endParaRPr>
          </a:p>
          <a:p>
            <a:pPr marL="0" indent="0">
              <a:buNone/>
            </a:pPr>
            <a:r>
              <a:rPr lang="en-US" sz="1800">
                <a:solidFill>
                  <a:schemeClr val="tx2"/>
                </a:solidFill>
              </a:rPr>
              <a:t>This module ensures transparency, traceability, and governance control.</a:t>
            </a:r>
          </a:p>
          <a:p>
            <a:endParaRPr lang="en-IN" sz="1800">
              <a:solidFill>
                <a:schemeClr val="tx2"/>
              </a:solidFill>
            </a:endParaRPr>
          </a:p>
        </p:txBody>
      </p:sp>
    </p:spTree>
    <p:extLst>
      <p:ext uri="{BB962C8B-B14F-4D97-AF65-F5344CB8AC3E}">
        <p14:creationId xmlns:p14="http://schemas.microsoft.com/office/powerpoint/2010/main" val="3814841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130DA5-5056-574B-E6B3-7DE8C703E849}"/>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 </a:t>
            </a:r>
            <a:r>
              <a:rPr lang="en-IN" sz="4000" b="1">
                <a:solidFill>
                  <a:srgbClr val="FFFFFF"/>
                </a:solidFill>
              </a:rPr>
              <a:t>Container Activity Log Details</a:t>
            </a:r>
          </a:p>
        </p:txBody>
      </p:sp>
      <p:sp>
        <p:nvSpPr>
          <p:cNvPr id="3" name="Content Placeholder 2">
            <a:extLst>
              <a:ext uri="{FF2B5EF4-FFF2-40B4-BE49-F238E27FC236}">
                <a16:creationId xmlns:a16="http://schemas.microsoft.com/office/drawing/2014/main" id="{CE0519BB-216A-3BFF-9FA2-54895BA7512C}"/>
              </a:ext>
            </a:extLst>
          </p:cNvPr>
          <p:cNvSpPr>
            <a:spLocks noGrp="1"/>
          </p:cNvSpPr>
          <p:nvPr>
            <p:ph idx="1"/>
          </p:nvPr>
        </p:nvSpPr>
        <p:spPr>
          <a:xfrm>
            <a:off x="4491811" y="581241"/>
            <a:ext cx="6555347" cy="5546047"/>
          </a:xfrm>
        </p:spPr>
        <p:txBody>
          <a:bodyPr anchor="ctr">
            <a:normAutofit/>
          </a:bodyPr>
          <a:lstStyle/>
          <a:p>
            <a:r>
              <a:rPr lang="en-US" sz="1600" b="1"/>
              <a:t>Purpose</a:t>
            </a:r>
          </a:p>
          <a:p>
            <a:pPr marL="0" indent="0">
              <a:buNone/>
            </a:pPr>
            <a:r>
              <a:rPr lang="en-US" sz="1300"/>
              <a:t>Track all user and system-generated actions across the platform.</a:t>
            </a:r>
          </a:p>
          <a:p>
            <a:pPr marL="0" indent="0">
              <a:buNone/>
            </a:pPr>
            <a:r>
              <a:rPr lang="en-US" sz="1300" b="1" u="sng"/>
              <a:t> </a:t>
            </a:r>
            <a:r>
              <a:rPr lang="en-US" sz="1300" b="1"/>
              <a:t>Available Filters:</a:t>
            </a:r>
            <a:endParaRPr lang="en-US" sz="1300" b="1">
              <a:ea typeface="Calibri"/>
              <a:cs typeface="Calibri"/>
            </a:endParaRPr>
          </a:p>
          <a:p>
            <a:r>
              <a:rPr lang="en-US" sz="1300"/>
              <a:t>Action Type</a:t>
            </a:r>
          </a:p>
          <a:p>
            <a:r>
              <a:rPr lang="en-US" sz="1300"/>
              <a:t>Actor (User)</a:t>
            </a:r>
          </a:p>
          <a:p>
            <a:r>
              <a:rPr lang="en-US" sz="1300"/>
              <a:t>Container Name</a:t>
            </a:r>
          </a:p>
          <a:p>
            <a:r>
              <a:rPr lang="en-US" sz="1300"/>
              <a:t>Date Range</a:t>
            </a:r>
          </a:p>
          <a:p>
            <a:pPr marL="0" indent="0">
              <a:buNone/>
            </a:pPr>
            <a:r>
              <a:rPr lang="en-US" sz="1300" b="1" u="sng"/>
              <a:t> </a:t>
            </a:r>
            <a:r>
              <a:rPr lang="en-US" sz="1300" b="1"/>
              <a:t>Log Details Include:</a:t>
            </a:r>
            <a:endParaRPr lang="en-US" sz="1300" b="1">
              <a:ea typeface="Calibri"/>
              <a:cs typeface="Calibri"/>
            </a:endParaRPr>
          </a:p>
          <a:p>
            <a:r>
              <a:rPr lang="en-US" sz="1300"/>
              <a:t>Container Name</a:t>
            </a:r>
          </a:p>
          <a:p>
            <a:r>
              <a:rPr lang="en-US" sz="1300"/>
              <a:t>File Name</a:t>
            </a:r>
          </a:p>
          <a:p>
            <a:r>
              <a:rPr lang="en-US" sz="1300"/>
              <a:t>Action Performed (Upload, Delete, Share, etc.)</a:t>
            </a:r>
            <a:endParaRPr lang="en-US" sz="1300">
              <a:ea typeface="Calibri"/>
              <a:cs typeface="Calibri"/>
            </a:endParaRPr>
          </a:p>
          <a:p>
            <a:r>
              <a:rPr lang="en-US" sz="1300"/>
              <a:t>Action Performed By</a:t>
            </a:r>
          </a:p>
          <a:p>
            <a:r>
              <a:rPr lang="en-US" sz="1300"/>
              <a:t>Date &amp; Time</a:t>
            </a:r>
          </a:p>
          <a:p>
            <a:pPr marL="0" indent="0">
              <a:buNone/>
            </a:pPr>
            <a:r>
              <a:rPr lang="en-US" sz="1300" b="1" u="sng"/>
              <a:t> </a:t>
            </a:r>
            <a:r>
              <a:rPr lang="en-US" sz="1300" b="1"/>
              <a:t>Use Cases:</a:t>
            </a:r>
            <a:endParaRPr lang="en-US" sz="1300" b="1">
              <a:ea typeface="Calibri"/>
              <a:cs typeface="Calibri"/>
            </a:endParaRPr>
          </a:p>
          <a:p>
            <a:r>
              <a:rPr lang="en-US" sz="1300"/>
              <a:t>Compliance reviews</a:t>
            </a:r>
          </a:p>
          <a:p>
            <a:r>
              <a:rPr lang="en-US" sz="1300"/>
              <a:t>Incident investigation</a:t>
            </a:r>
          </a:p>
          <a:p>
            <a:r>
              <a:rPr lang="en-US" sz="1300"/>
              <a:t>Policy violation tracking</a:t>
            </a:r>
          </a:p>
          <a:p>
            <a:r>
              <a:rPr lang="en-US" sz="1300"/>
              <a:t>Administrative oversight</a:t>
            </a:r>
          </a:p>
          <a:p>
            <a:endParaRPr lang="en-IN" sz="1300"/>
          </a:p>
        </p:txBody>
      </p:sp>
      <p:sp>
        <p:nvSpPr>
          <p:cNvPr id="4" name="Rectangle 3">
            <a:extLst>
              <a:ext uri="{FF2B5EF4-FFF2-40B4-BE49-F238E27FC236}">
                <a16:creationId xmlns:a16="http://schemas.microsoft.com/office/drawing/2014/main" id="{5A234E3C-FA27-3459-5349-1AA04CFD81E1}"/>
              </a:ext>
            </a:extLst>
          </p:cNvPr>
          <p:cNvSpPr/>
          <p:nvPr/>
        </p:nvSpPr>
        <p:spPr>
          <a:xfrm>
            <a:off x="4748247" y="5995403"/>
            <a:ext cx="4100052" cy="555523"/>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spcAft>
                <a:spcPts val="600"/>
              </a:spcAft>
            </a:pPr>
            <a:r>
              <a:rPr lang="en-IN" b="1"/>
              <a:t>Navigation Path</a:t>
            </a:r>
          </a:p>
          <a:p>
            <a:pPr>
              <a:spcAft>
                <a:spcPts val="600"/>
              </a:spcAft>
            </a:pPr>
            <a:r>
              <a:rPr lang="en-IN"/>
              <a:t>Admin Console → Container Log Details</a:t>
            </a:r>
          </a:p>
        </p:txBody>
      </p:sp>
    </p:spTree>
    <p:extLst>
      <p:ext uri="{BB962C8B-B14F-4D97-AF65-F5344CB8AC3E}">
        <p14:creationId xmlns:p14="http://schemas.microsoft.com/office/powerpoint/2010/main" val="211882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316F94-6C25-5737-3607-48DCEE960443}"/>
              </a:ext>
            </a:extLst>
          </p:cNvPr>
          <p:cNvSpPr>
            <a:spLocks noGrp="1"/>
          </p:cNvSpPr>
          <p:nvPr>
            <p:ph type="title"/>
          </p:nvPr>
        </p:nvSpPr>
        <p:spPr>
          <a:xfrm>
            <a:off x="5931545" y="-314645"/>
            <a:ext cx="4977976" cy="1454051"/>
          </a:xfrm>
        </p:spPr>
        <p:txBody>
          <a:bodyPr>
            <a:normAutofit/>
          </a:bodyPr>
          <a:lstStyle/>
          <a:p>
            <a:r>
              <a:rPr lang="en-US" sz="3600" b="1">
                <a:solidFill>
                  <a:schemeClr val="tx2"/>
                </a:solidFill>
              </a:rPr>
              <a:t>Login Details</a:t>
            </a:r>
            <a:endParaRPr lang="en-IN" sz="3600" b="1">
              <a:solidFill>
                <a:schemeClr val="tx2"/>
              </a:solidFill>
              <a:ea typeface="Calibri Light"/>
              <a:cs typeface="Calibri Light"/>
            </a:endParaRPr>
          </a:p>
        </p:txBody>
      </p:sp>
      <p:pic>
        <p:nvPicPr>
          <p:cNvPr id="8" name="Graphic 7" descr="User">
            <a:extLst>
              <a:ext uri="{FF2B5EF4-FFF2-40B4-BE49-F238E27FC236}">
                <a16:creationId xmlns:a16="http://schemas.microsoft.com/office/drawing/2014/main" id="{8EA002D0-0915-91A3-A106-64282F8C85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1EF969C0-D9D9-7C3F-1B9B-9A4BEAB6F073}"/>
              </a:ext>
            </a:extLst>
          </p:cNvPr>
          <p:cNvSpPr>
            <a:spLocks noGrp="1"/>
          </p:cNvSpPr>
          <p:nvPr>
            <p:ph idx="1"/>
          </p:nvPr>
        </p:nvSpPr>
        <p:spPr>
          <a:xfrm>
            <a:off x="6100734" y="1629202"/>
            <a:ext cx="4977578" cy="3639289"/>
          </a:xfrm>
        </p:spPr>
        <p:txBody>
          <a:bodyPr vert="horz" lIns="91440" tIns="45720" rIns="91440" bIns="45720" rtlCol="0" anchor="ctr">
            <a:noAutofit/>
          </a:bodyPr>
          <a:lstStyle/>
          <a:p>
            <a:pPr marL="0" indent="0">
              <a:buNone/>
            </a:pPr>
            <a:r>
              <a:rPr lang="en-IN" sz="1200" b="1">
                <a:solidFill>
                  <a:schemeClr val="tx2"/>
                </a:solidFill>
              </a:rPr>
              <a:t>Purpose</a:t>
            </a:r>
            <a:endParaRPr lang="en-IN" sz="1200" b="1">
              <a:solidFill>
                <a:schemeClr val="tx2"/>
              </a:solidFill>
              <a:ea typeface="Calibri"/>
              <a:cs typeface="Calibri"/>
            </a:endParaRPr>
          </a:p>
          <a:p>
            <a:r>
              <a:rPr lang="en-IN" sz="1200">
                <a:solidFill>
                  <a:schemeClr val="tx2"/>
                </a:solidFill>
              </a:rPr>
              <a:t>Monitor login sessions and access attempts.</a:t>
            </a:r>
            <a:endParaRPr lang="en-IN" sz="1200">
              <a:solidFill>
                <a:schemeClr val="tx2"/>
              </a:solidFill>
              <a:ea typeface="Calibri"/>
              <a:cs typeface="Calibri"/>
            </a:endParaRPr>
          </a:p>
          <a:p>
            <a:pPr marL="0" indent="0">
              <a:buNone/>
            </a:pPr>
            <a:r>
              <a:rPr lang="en-IN" sz="1200" b="1">
                <a:solidFill>
                  <a:schemeClr val="tx2"/>
                </a:solidFill>
              </a:rPr>
              <a:t> Search Filters:</a:t>
            </a:r>
            <a:endParaRPr lang="en-IN" sz="1200" b="1">
              <a:solidFill>
                <a:schemeClr val="tx2"/>
              </a:solidFill>
              <a:ea typeface="Calibri"/>
              <a:cs typeface="Calibri"/>
            </a:endParaRPr>
          </a:p>
          <a:p>
            <a:r>
              <a:rPr lang="en-IN" sz="1200">
                <a:solidFill>
                  <a:schemeClr val="tx2"/>
                </a:solidFill>
              </a:rPr>
              <a:t>User ID</a:t>
            </a:r>
            <a:endParaRPr lang="en-IN" sz="1200">
              <a:solidFill>
                <a:schemeClr val="tx2"/>
              </a:solidFill>
              <a:ea typeface="Calibri"/>
              <a:cs typeface="Calibri"/>
            </a:endParaRPr>
          </a:p>
          <a:p>
            <a:r>
              <a:rPr lang="en-IN" sz="1200">
                <a:solidFill>
                  <a:schemeClr val="tx2"/>
                </a:solidFill>
              </a:rPr>
              <a:t>IP Address</a:t>
            </a:r>
            <a:endParaRPr lang="en-IN" sz="1200">
              <a:solidFill>
                <a:schemeClr val="tx2"/>
              </a:solidFill>
              <a:ea typeface="Calibri"/>
              <a:cs typeface="Calibri"/>
            </a:endParaRPr>
          </a:p>
          <a:p>
            <a:r>
              <a:rPr lang="en-IN" sz="1200">
                <a:solidFill>
                  <a:schemeClr val="tx2"/>
                </a:solidFill>
              </a:rPr>
              <a:t>Date Range</a:t>
            </a:r>
            <a:endParaRPr lang="en-IN" sz="1200">
              <a:solidFill>
                <a:schemeClr val="tx2"/>
              </a:solidFill>
              <a:ea typeface="Calibri"/>
              <a:cs typeface="Calibri"/>
            </a:endParaRPr>
          </a:p>
          <a:p>
            <a:pPr marL="0" indent="0">
              <a:buNone/>
            </a:pPr>
            <a:r>
              <a:rPr lang="en-IN" sz="1200" b="1">
                <a:solidFill>
                  <a:schemeClr val="tx2"/>
                </a:solidFill>
              </a:rPr>
              <a:t> Log Information Includes:</a:t>
            </a:r>
            <a:endParaRPr lang="en-IN" sz="1200" b="1">
              <a:solidFill>
                <a:schemeClr val="tx2"/>
              </a:solidFill>
              <a:ea typeface="Calibri"/>
              <a:cs typeface="Calibri"/>
            </a:endParaRPr>
          </a:p>
          <a:p>
            <a:r>
              <a:rPr lang="en-IN" sz="1200">
                <a:solidFill>
                  <a:schemeClr val="tx2"/>
                </a:solidFill>
              </a:rPr>
              <a:t>Login Date</a:t>
            </a:r>
            <a:endParaRPr lang="en-IN" sz="1200">
              <a:solidFill>
                <a:schemeClr val="tx2"/>
              </a:solidFill>
              <a:ea typeface="Calibri"/>
              <a:cs typeface="Calibri"/>
            </a:endParaRPr>
          </a:p>
          <a:p>
            <a:r>
              <a:rPr lang="en-IN" sz="1200" err="1">
                <a:solidFill>
                  <a:schemeClr val="tx2"/>
                </a:solidFill>
              </a:rPr>
              <a:t>User Name</a:t>
            </a:r>
            <a:endParaRPr lang="en-IN" sz="1200">
              <a:solidFill>
                <a:schemeClr val="tx2"/>
              </a:solidFill>
              <a:ea typeface="Calibri"/>
              <a:cs typeface="Calibri"/>
            </a:endParaRPr>
          </a:p>
          <a:p>
            <a:r>
              <a:rPr lang="en-IN" sz="1200">
                <a:solidFill>
                  <a:schemeClr val="tx2"/>
                </a:solidFill>
              </a:rPr>
              <a:t>Login Time</a:t>
            </a:r>
            <a:endParaRPr lang="en-IN" sz="1200">
              <a:solidFill>
                <a:schemeClr val="tx2"/>
              </a:solidFill>
              <a:ea typeface="Calibri"/>
              <a:cs typeface="Calibri"/>
            </a:endParaRPr>
          </a:p>
          <a:p>
            <a:r>
              <a:rPr lang="en-IN" sz="1200">
                <a:solidFill>
                  <a:schemeClr val="tx2"/>
                </a:solidFill>
              </a:rPr>
              <a:t>Logout Time</a:t>
            </a:r>
            <a:endParaRPr lang="en-IN" sz="1200">
              <a:solidFill>
                <a:schemeClr val="tx2"/>
              </a:solidFill>
              <a:ea typeface="Calibri"/>
              <a:cs typeface="Calibri"/>
            </a:endParaRPr>
          </a:p>
          <a:p>
            <a:r>
              <a:rPr lang="en-IN" sz="1200">
                <a:solidFill>
                  <a:schemeClr val="tx2"/>
                </a:solidFill>
              </a:rPr>
              <a:t>IP Address</a:t>
            </a:r>
            <a:endParaRPr lang="en-IN" sz="1200">
              <a:solidFill>
                <a:schemeClr val="tx2"/>
              </a:solidFill>
              <a:ea typeface="Calibri"/>
              <a:cs typeface="Calibri"/>
            </a:endParaRPr>
          </a:p>
          <a:p>
            <a:r>
              <a:rPr lang="en-IN" sz="1200">
                <a:solidFill>
                  <a:schemeClr val="tx2"/>
                </a:solidFill>
              </a:rPr>
              <a:t>Host Machine Name</a:t>
            </a:r>
            <a:endParaRPr lang="en-IN" sz="1200">
              <a:solidFill>
                <a:schemeClr val="tx2"/>
              </a:solidFill>
              <a:ea typeface="Calibri"/>
              <a:cs typeface="Calibri"/>
            </a:endParaRPr>
          </a:p>
          <a:p>
            <a:pPr marL="0" indent="0">
              <a:buNone/>
            </a:pPr>
            <a:r>
              <a:rPr lang="en-IN" sz="1200" b="1">
                <a:solidFill>
                  <a:schemeClr val="tx2"/>
                </a:solidFill>
              </a:rPr>
              <a:t>Administrative Benefits:</a:t>
            </a:r>
            <a:endParaRPr lang="en-IN" sz="1200" b="1">
              <a:solidFill>
                <a:schemeClr val="tx2"/>
              </a:solidFill>
              <a:ea typeface="Calibri"/>
              <a:cs typeface="Calibri"/>
            </a:endParaRPr>
          </a:p>
          <a:p>
            <a:r>
              <a:rPr lang="en-IN" sz="1200">
                <a:solidFill>
                  <a:schemeClr val="tx2"/>
                </a:solidFill>
              </a:rPr>
              <a:t>Detect suspicious login attempts</a:t>
            </a:r>
            <a:endParaRPr lang="en-IN" sz="1200">
              <a:solidFill>
                <a:schemeClr val="tx2"/>
              </a:solidFill>
              <a:ea typeface="Calibri"/>
              <a:cs typeface="Calibri"/>
            </a:endParaRPr>
          </a:p>
          <a:p>
            <a:r>
              <a:rPr lang="en-IN" sz="1200">
                <a:solidFill>
                  <a:schemeClr val="tx2"/>
                </a:solidFill>
              </a:rPr>
              <a:t>Monitor user access patterns</a:t>
            </a:r>
            <a:endParaRPr lang="en-IN" sz="1200">
              <a:solidFill>
                <a:schemeClr val="tx2"/>
              </a:solidFill>
              <a:ea typeface="Calibri"/>
              <a:cs typeface="Calibri"/>
            </a:endParaRPr>
          </a:p>
          <a:p>
            <a:r>
              <a:rPr lang="en-IN" sz="1200">
                <a:solidFill>
                  <a:schemeClr val="tx2"/>
                </a:solidFill>
              </a:rPr>
              <a:t>Validate multi-location access</a:t>
            </a:r>
            <a:endParaRPr lang="en-IN" sz="1200">
              <a:solidFill>
                <a:schemeClr val="tx2"/>
              </a:solidFill>
              <a:ea typeface="Calibri"/>
              <a:cs typeface="Calibri"/>
            </a:endParaRPr>
          </a:p>
          <a:p>
            <a:r>
              <a:rPr lang="en-IN" sz="1200">
                <a:solidFill>
                  <a:schemeClr val="tx2"/>
                </a:solidFill>
              </a:rPr>
              <a:t>Strengthen security posture</a:t>
            </a:r>
            <a:endParaRPr lang="en-IN" sz="1200">
              <a:solidFill>
                <a:schemeClr val="tx2"/>
              </a:solidFill>
              <a:ea typeface="Calibri"/>
              <a:cs typeface="Calibri"/>
            </a:endParaRPr>
          </a:p>
          <a:p>
            <a:endParaRPr lang="en-IN" sz="500">
              <a:solidFill>
                <a:schemeClr val="tx2"/>
              </a:solidFill>
            </a:endParaRPr>
          </a:p>
        </p:txBody>
      </p:sp>
      <p:grpSp>
        <p:nvGrpSpPr>
          <p:cNvPr id="15" name="Group 14">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6" name="Freeform: Shape 15">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a16="http://schemas.microsoft.com/office/drawing/2014/main" id="{CB9D979F-1158-59CB-E7BC-3FD49CA499B2}"/>
              </a:ext>
            </a:extLst>
          </p:cNvPr>
          <p:cNvSpPr/>
          <p:nvPr/>
        </p:nvSpPr>
        <p:spPr>
          <a:xfrm>
            <a:off x="6266753" y="6039957"/>
            <a:ext cx="4817807" cy="604683"/>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spcAft>
                <a:spcPts val="600"/>
              </a:spcAft>
            </a:pPr>
            <a:endParaRPr lang="en-IN" b="1"/>
          </a:p>
          <a:p>
            <a:pPr>
              <a:spcAft>
                <a:spcPts val="600"/>
              </a:spcAft>
            </a:pPr>
            <a:r>
              <a:rPr lang="en-IN" b="1"/>
              <a:t>Navigation Path  :</a:t>
            </a:r>
            <a:r>
              <a:rPr lang="en-IN"/>
              <a:t>Admin Console → Login Details</a:t>
            </a:r>
          </a:p>
          <a:p>
            <a:pPr algn="ctr">
              <a:spcAft>
                <a:spcPts val="600"/>
              </a:spcAft>
            </a:pPr>
            <a:endParaRPr lang="en-IN"/>
          </a:p>
        </p:txBody>
      </p:sp>
    </p:spTree>
    <p:extLst>
      <p:ext uri="{BB962C8B-B14F-4D97-AF65-F5344CB8AC3E}">
        <p14:creationId xmlns:p14="http://schemas.microsoft.com/office/powerpoint/2010/main" val="1665383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37CACC-0EA3-8DD7-0685-01AB63573170}"/>
              </a:ext>
            </a:extLst>
          </p:cNvPr>
          <p:cNvSpPr>
            <a:spLocks noGrp="1"/>
          </p:cNvSpPr>
          <p:nvPr>
            <p:ph type="title"/>
          </p:nvPr>
        </p:nvSpPr>
        <p:spPr>
          <a:xfrm>
            <a:off x="5616585" y="-406085"/>
            <a:ext cx="4977976" cy="1454051"/>
          </a:xfrm>
        </p:spPr>
        <p:txBody>
          <a:bodyPr>
            <a:normAutofit/>
          </a:bodyPr>
          <a:lstStyle/>
          <a:p>
            <a:r>
              <a:rPr lang="en-US" sz="3600" b="1">
                <a:solidFill>
                  <a:schemeClr val="tx2"/>
                </a:solidFill>
              </a:rPr>
              <a:t>File Detail Logs </a:t>
            </a:r>
            <a:r>
              <a:rPr lang="en-US" sz="3600">
                <a:solidFill>
                  <a:schemeClr val="tx2"/>
                </a:solidFill>
              </a:rPr>
              <a:t>(</a:t>
            </a:r>
            <a:r>
              <a:rPr lang="en-IN" sz="3600">
                <a:solidFill>
                  <a:schemeClr val="tx2"/>
                </a:solidFill>
              </a:rPr>
              <a:t>File Audit)</a:t>
            </a:r>
          </a:p>
        </p:txBody>
      </p:sp>
      <p:pic>
        <p:nvPicPr>
          <p:cNvPr id="8" name="Graphic 7" descr="File Symlink">
            <a:extLst>
              <a:ext uri="{FF2B5EF4-FFF2-40B4-BE49-F238E27FC236}">
                <a16:creationId xmlns:a16="http://schemas.microsoft.com/office/drawing/2014/main" id="{317F723D-1BB1-42E5-34C5-98EEA903BF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A12A1155-5A1D-6F2E-6156-EFA6DE01215D}"/>
              </a:ext>
            </a:extLst>
          </p:cNvPr>
          <p:cNvSpPr>
            <a:spLocks noGrp="1"/>
          </p:cNvSpPr>
          <p:nvPr>
            <p:ph idx="1"/>
          </p:nvPr>
        </p:nvSpPr>
        <p:spPr>
          <a:xfrm>
            <a:off x="6100734" y="1791762"/>
            <a:ext cx="4977578" cy="3639289"/>
          </a:xfrm>
        </p:spPr>
        <p:txBody>
          <a:bodyPr vert="horz" lIns="91440" tIns="45720" rIns="91440" bIns="45720" rtlCol="0" anchor="ctr">
            <a:noAutofit/>
          </a:bodyPr>
          <a:lstStyle/>
          <a:p>
            <a:pPr marL="0" indent="0">
              <a:buNone/>
            </a:pPr>
            <a:r>
              <a:rPr lang="en-US" sz="1200" b="1" u="sng">
                <a:solidFill>
                  <a:schemeClr val="tx2"/>
                </a:solidFill>
              </a:rPr>
              <a:t>Purpose</a:t>
            </a:r>
            <a:endParaRPr lang="en-US" sz="1200" b="1" u="sng">
              <a:solidFill>
                <a:schemeClr val="tx2"/>
              </a:solidFill>
              <a:ea typeface="Calibri"/>
              <a:cs typeface="Calibri"/>
            </a:endParaRPr>
          </a:p>
          <a:p>
            <a:pPr marL="0" indent="0">
              <a:buNone/>
            </a:pPr>
            <a:r>
              <a:rPr lang="en-US" sz="1200">
                <a:solidFill>
                  <a:schemeClr val="tx2"/>
                </a:solidFill>
              </a:rPr>
              <a:t>Provide granular tracking of file-related activities.</a:t>
            </a:r>
            <a:endParaRPr lang="en-US" sz="1200">
              <a:solidFill>
                <a:schemeClr val="tx2"/>
              </a:solidFill>
              <a:ea typeface="Calibri"/>
              <a:cs typeface="Calibri"/>
            </a:endParaRPr>
          </a:p>
          <a:p>
            <a:pPr marL="0" indent="0">
              <a:buNone/>
            </a:pPr>
            <a:r>
              <a:rPr lang="en-US" sz="1200" b="1">
                <a:solidFill>
                  <a:schemeClr val="tx2"/>
                </a:solidFill>
              </a:rPr>
              <a:t> </a:t>
            </a:r>
            <a:r>
              <a:rPr lang="en-US" sz="1200" b="1" u="sng">
                <a:solidFill>
                  <a:schemeClr val="tx2"/>
                </a:solidFill>
              </a:rPr>
              <a:t>Available Filters:</a:t>
            </a:r>
            <a:endParaRPr lang="en-US" sz="1200" b="1" u="sng">
              <a:solidFill>
                <a:schemeClr val="tx2"/>
              </a:solidFill>
              <a:ea typeface="Calibri"/>
              <a:cs typeface="Calibri"/>
            </a:endParaRPr>
          </a:p>
          <a:p>
            <a:r>
              <a:rPr lang="en-US" sz="1200">
                <a:solidFill>
                  <a:schemeClr val="tx2"/>
                </a:solidFill>
              </a:rPr>
              <a:t>Container Name</a:t>
            </a:r>
            <a:endParaRPr lang="en-US" sz="1200">
              <a:solidFill>
                <a:schemeClr val="tx2"/>
              </a:solidFill>
              <a:ea typeface="Calibri"/>
              <a:cs typeface="Calibri"/>
            </a:endParaRPr>
          </a:p>
          <a:p>
            <a:r>
              <a:rPr lang="en-US" sz="1200">
                <a:solidFill>
                  <a:schemeClr val="tx2"/>
                </a:solidFill>
              </a:rPr>
              <a:t>File Name</a:t>
            </a:r>
            <a:endParaRPr lang="en-US" sz="1200">
              <a:solidFill>
                <a:schemeClr val="tx2"/>
              </a:solidFill>
              <a:ea typeface="Calibri"/>
              <a:cs typeface="Calibri"/>
            </a:endParaRPr>
          </a:p>
          <a:p>
            <a:r>
              <a:rPr lang="en-US" sz="1200">
                <a:solidFill>
                  <a:schemeClr val="tx2"/>
                </a:solidFill>
              </a:rPr>
              <a:t>Created By</a:t>
            </a:r>
            <a:endParaRPr lang="en-US" sz="1200">
              <a:solidFill>
                <a:schemeClr val="tx2"/>
              </a:solidFill>
              <a:ea typeface="Calibri"/>
              <a:cs typeface="Calibri"/>
            </a:endParaRPr>
          </a:p>
          <a:p>
            <a:r>
              <a:rPr lang="en-US" sz="1200">
                <a:solidFill>
                  <a:schemeClr val="tx2"/>
                </a:solidFill>
              </a:rPr>
              <a:t>Upload Date</a:t>
            </a:r>
            <a:endParaRPr lang="en-US" sz="1200">
              <a:solidFill>
                <a:schemeClr val="tx2"/>
              </a:solidFill>
              <a:ea typeface="Calibri"/>
              <a:cs typeface="Calibri"/>
            </a:endParaRPr>
          </a:p>
          <a:p>
            <a:pPr marL="0" indent="0">
              <a:buNone/>
            </a:pPr>
            <a:r>
              <a:rPr lang="en-US" sz="1200" b="1" u="sng">
                <a:solidFill>
                  <a:schemeClr val="tx2"/>
                </a:solidFill>
              </a:rPr>
              <a:t> File Metadata Includes:</a:t>
            </a:r>
            <a:endParaRPr lang="en-US" sz="1200" b="1" u="sng">
              <a:solidFill>
                <a:schemeClr val="tx2"/>
              </a:solidFill>
              <a:ea typeface="Calibri"/>
              <a:cs typeface="Calibri"/>
            </a:endParaRPr>
          </a:p>
          <a:p>
            <a:r>
              <a:rPr lang="en-US" sz="1200">
                <a:solidFill>
                  <a:schemeClr val="tx2"/>
                </a:solidFill>
              </a:rPr>
              <a:t>Blob ID</a:t>
            </a:r>
            <a:endParaRPr lang="en-US" sz="1200">
              <a:solidFill>
                <a:schemeClr val="tx2"/>
              </a:solidFill>
              <a:ea typeface="Calibri"/>
              <a:cs typeface="Calibri"/>
            </a:endParaRPr>
          </a:p>
          <a:p>
            <a:r>
              <a:rPr lang="en-US" sz="1200">
                <a:solidFill>
                  <a:schemeClr val="tx2"/>
                </a:solidFill>
              </a:rPr>
              <a:t>File Name</a:t>
            </a:r>
            <a:endParaRPr lang="en-US" sz="1200">
              <a:solidFill>
                <a:schemeClr val="tx2"/>
              </a:solidFill>
              <a:ea typeface="Calibri"/>
              <a:cs typeface="Calibri"/>
            </a:endParaRPr>
          </a:p>
          <a:p>
            <a:r>
              <a:rPr lang="en-US" sz="1200">
                <a:solidFill>
                  <a:schemeClr val="tx2"/>
                </a:solidFill>
              </a:rPr>
              <a:t>File Size</a:t>
            </a:r>
            <a:endParaRPr lang="en-US" sz="1200">
              <a:solidFill>
                <a:schemeClr val="tx2"/>
              </a:solidFill>
              <a:ea typeface="Calibri"/>
              <a:cs typeface="Calibri"/>
            </a:endParaRPr>
          </a:p>
          <a:p>
            <a:r>
              <a:rPr lang="en-US" sz="1200">
                <a:solidFill>
                  <a:schemeClr val="tx2"/>
                </a:solidFill>
              </a:rPr>
              <a:t>Container Name</a:t>
            </a:r>
            <a:endParaRPr lang="en-US" sz="1200">
              <a:solidFill>
                <a:schemeClr val="tx2"/>
              </a:solidFill>
              <a:ea typeface="Calibri"/>
              <a:cs typeface="Calibri"/>
            </a:endParaRPr>
          </a:p>
          <a:p>
            <a:r>
              <a:rPr lang="en-US" sz="1200">
                <a:solidFill>
                  <a:schemeClr val="tx2"/>
                </a:solidFill>
              </a:rPr>
              <a:t>Created By</a:t>
            </a:r>
            <a:endParaRPr lang="en-US" sz="1200">
              <a:solidFill>
                <a:schemeClr val="tx2"/>
              </a:solidFill>
              <a:ea typeface="Calibri"/>
              <a:cs typeface="Calibri"/>
            </a:endParaRPr>
          </a:p>
          <a:p>
            <a:r>
              <a:rPr lang="en-US" sz="1200">
                <a:solidFill>
                  <a:schemeClr val="tx2"/>
                </a:solidFill>
              </a:rPr>
              <a:t>Created Date</a:t>
            </a:r>
            <a:endParaRPr lang="en-US" sz="1200">
              <a:solidFill>
                <a:schemeClr val="tx2"/>
              </a:solidFill>
              <a:ea typeface="Calibri"/>
              <a:cs typeface="Calibri"/>
            </a:endParaRPr>
          </a:p>
          <a:p>
            <a:pPr marL="0" indent="0">
              <a:buNone/>
            </a:pPr>
            <a:r>
              <a:rPr lang="en-US" sz="1200" b="1">
                <a:solidFill>
                  <a:schemeClr val="tx2"/>
                </a:solidFill>
              </a:rPr>
              <a:t> </a:t>
            </a:r>
            <a:r>
              <a:rPr lang="en-US" sz="1200" b="1" u="sng">
                <a:solidFill>
                  <a:schemeClr val="tx2"/>
                </a:solidFill>
              </a:rPr>
              <a:t>Key Capabilities:</a:t>
            </a:r>
            <a:endParaRPr lang="en-US" sz="1200" b="1" u="sng">
              <a:solidFill>
                <a:schemeClr val="tx2"/>
              </a:solidFill>
              <a:ea typeface="Calibri"/>
              <a:cs typeface="Calibri"/>
            </a:endParaRPr>
          </a:p>
          <a:p>
            <a:r>
              <a:rPr lang="en-US" sz="1200">
                <a:solidFill>
                  <a:schemeClr val="tx2"/>
                </a:solidFill>
              </a:rPr>
              <a:t>Upload History Tracking</a:t>
            </a:r>
            <a:endParaRPr lang="en-US" sz="1200">
              <a:solidFill>
                <a:schemeClr val="tx2"/>
              </a:solidFill>
              <a:ea typeface="Calibri"/>
              <a:cs typeface="Calibri"/>
            </a:endParaRPr>
          </a:p>
          <a:p>
            <a:r>
              <a:rPr lang="en-US" sz="1200">
                <a:solidFill>
                  <a:schemeClr val="tx2"/>
                </a:solidFill>
              </a:rPr>
              <a:t>File Metadata Review</a:t>
            </a:r>
            <a:endParaRPr lang="en-US" sz="1200">
              <a:solidFill>
                <a:schemeClr val="tx2"/>
              </a:solidFill>
              <a:ea typeface="Calibri"/>
              <a:cs typeface="Calibri"/>
            </a:endParaRPr>
          </a:p>
          <a:p>
            <a:r>
              <a:rPr lang="en-US" sz="1200">
                <a:solidFill>
                  <a:schemeClr val="tx2"/>
                </a:solidFill>
              </a:rPr>
              <a:t>Full Traceability</a:t>
            </a:r>
            <a:endParaRPr lang="en-US" sz="1200">
              <a:solidFill>
                <a:schemeClr val="tx2"/>
              </a:solidFill>
              <a:ea typeface="Calibri"/>
              <a:cs typeface="Calibri"/>
            </a:endParaRPr>
          </a:p>
          <a:p>
            <a:r>
              <a:rPr lang="en-US" sz="1200">
                <a:solidFill>
                  <a:schemeClr val="tx2"/>
                </a:solidFill>
              </a:rPr>
              <a:t>Audit Trail Export</a:t>
            </a:r>
            <a:endParaRPr lang="en-US" sz="1200">
              <a:solidFill>
                <a:schemeClr val="tx2"/>
              </a:solidFill>
              <a:ea typeface="Calibri"/>
              <a:cs typeface="Calibri"/>
            </a:endParaRPr>
          </a:p>
          <a:p>
            <a:endParaRPr lang="en-IN" sz="500">
              <a:solidFill>
                <a:schemeClr val="tx2"/>
              </a:solidFill>
            </a:endParaRPr>
          </a:p>
        </p:txBody>
      </p:sp>
      <p:grpSp>
        <p:nvGrpSpPr>
          <p:cNvPr id="15" name="Group 14">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6" name="Freeform: Shape 15">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a16="http://schemas.microsoft.com/office/drawing/2014/main" id="{F9B8DB1E-66EE-5EA0-3762-FEE3738D094D}"/>
              </a:ext>
            </a:extLst>
          </p:cNvPr>
          <p:cNvSpPr/>
          <p:nvPr/>
        </p:nvSpPr>
        <p:spPr>
          <a:xfrm>
            <a:off x="5938044" y="6364724"/>
            <a:ext cx="4116110" cy="625659"/>
          </a:xfrm>
          <a:prstGeom prst="rect">
            <a:avLst/>
          </a:prstGeom>
          <a:ln>
            <a:no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spcAft>
                <a:spcPts val="600"/>
              </a:spcAft>
            </a:pPr>
            <a:r>
              <a:rPr lang="en-IN" b="1"/>
              <a:t>Navigation Path :</a:t>
            </a:r>
            <a:r>
              <a:rPr lang="en-IN"/>
              <a:t>Admin Console → File Details</a:t>
            </a:r>
          </a:p>
          <a:p>
            <a:pPr algn="ctr">
              <a:spcAft>
                <a:spcPts val="600"/>
              </a:spcAft>
            </a:pPr>
            <a:endParaRPr lang="en-IN"/>
          </a:p>
        </p:txBody>
      </p:sp>
    </p:spTree>
    <p:extLst>
      <p:ext uri="{BB962C8B-B14F-4D97-AF65-F5344CB8AC3E}">
        <p14:creationId xmlns:p14="http://schemas.microsoft.com/office/powerpoint/2010/main" val="3524810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30</Slides>
  <Notes>0</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Data Collaboration Platform  Administrator User Manual</vt:lpstr>
      <vt:lpstr>PowerPoint Presentation</vt:lpstr>
      <vt:lpstr>PowerPoint Presentation</vt:lpstr>
      <vt:lpstr>Login &amp; Authentication</vt:lpstr>
      <vt:lpstr>PowerPoint Presentation</vt:lpstr>
      <vt:lpstr>Dashboard Overview</vt:lpstr>
      <vt:lpstr>Click on any container from the dashboard to view its detailed contents and file-level information.</vt:lpstr>
      <vt:lpstr>PowerPoint Presentation</vt:lpstr>
      <vt:lpstr>Container Management (Create Container)</vt:lpstr>
      <vt:lpstr>Assign / Unassign Container to Users</vt:lpstr>
      <vt:lpstr>PowerPoint Presentation</vt:lpstr>
      <vt:lpstr>Delete Container</vt:lpstr>
      <vt:lpstr>Edit Capacity  </vt:lpstr>
      <vt:lpstr>Add / Delete Capacity</vt:lpstr>
      <vt:lpstr>PowerPoint Presentation</vt:lpstr>
      <vt:lpstr>ADD / EDIT USER</vt:lpstr>
      <vt:lpstr>PowerPoint Presentation</vt:lpstr>
      <vt:lpstr>Add New User</vt:lpstr>
      <vt:lpstr>Manage User IP   View list of users along with their registered email and IP addresses.  Monitor and control IP access for each user.  Add new IP addresses to allow user access from specific networks.  Delete existing IPs to restrict or revoke access.  Enable secure access control through IP-based validation.  Support user-level network management and security governance. </vt:lpstr>
      <vt:lpstr>Assign Groups &amp; Permissions</vt:lpstr>
      <vt:lpstr>Access Types (Permission Control)</vt:lpstr>
      <vt:lpstr>PowerPoint Presentation</vt:lpstr>
      <vt:lpstr>Group Type Management</vt:lpstr>
      <vt:lpstr>Description</vt:lpstr>
      <vt:lpstr>Add New Group Type</vt:lpstr>
      <vt:lpstr>PowerPoint Presentation</vt:lpstr>
      <vt:lpstr>Audit &amp; Monitoring</vt:lpstr>
      <vt:lpstr> Container Activity Log Details</vt:lpstr>
      <vt:lpstr>Login Details</vt:lpstr>
      <vt:lpstr>File Detail Logs (File Audit)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 verma</dc:creator>
  <cp:revision>1</cp:revision>
  <dcterms:created xsi:type="dcterms:W3CDTF">2026-02-19T07:40:46Z</dcterms:created>
  <dcterms:modified xsi:type="dcterms:W3CDTF">2026-04-10T12:41:43Z</dcterms:modified>
</cp:coreProperties>
</file>